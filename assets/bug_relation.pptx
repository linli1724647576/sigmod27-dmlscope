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</p:sldIdLst>
  <p:sldSz cx="8951913" cy="2719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7" userDrawn="1">
          <p15:clr>
            <a:srgbClr val="A4A3A4"/>
          </p15:clr>
        </p15:guide>
        <p15:guide id="2" pos="2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213" d="100"/>
          <a:sy n="213" d="100"/>
        </p:scale>
        <p:origin x="192" y="1734"/>
      </p:cViewPr>
      <p:guideLst>
        <p:guide orient="horz" pos="857"/>
        <p:guide pos="2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8989" y="445048"/>
            <a:ext cx="6713935" cy="946750"/>
          </a:xfrm>
        </p:spPr>
        <p:txBody>
          <a:bodyPr anchor="b"/>
          <a:lstStyle>
            <a:lvl1pPr algn="ctr">
              <a:defRPr sz="23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8989" y="1428308"/>
            <a:ext cx="6713935" cy="656556"/>
          </a:xfrm>
        </p:spPr>
        <p:txBody>
          <a:bodyPr/>
          <a:lstStyle>
            <a:lvl1pPr marL="0" indent="0" algn="ctr">
              <a:buNone/>
              <a:defRPr sz="952"/>
            </a:lvl1pPr>
            <a:lvl2pPr marL="181280" indent="0" algn="ctr">
              <a:buNone/>
              <a:defRPr sz="793"/>
            </a:lvl2pPr>
            <a:lvl3pPr marL="362560" indent="0" algn="ctr">
              <a:buNone/>
              <a:defRPr sz="714"/>
            </a:lvl3pPr>
            <a:lvl4pPr marL="543839" indent="0" algn="ctr">
              <a:buNone/>
              <a:defRPr sz="634"/>
            </a:lvl4pPr>
            <a:lvl5pPr marL="725119" indent="0" algn="ctr">
              <a:buNone/>
              <a:defRPr sz="634"/>
            </a:lvl5pPr>
            <a:lvl6pPr marL="906399" indent="0" algn="ctr">
              <a:buNone/>
              <a:defRPr sz="634"/>
            </a:lvl6pPr>
            <a:lvl7pPr marL="1087679" indent="0" algn="ctr">
              <a:buNone/>
              <a:defRPr sz="634"/>
            </a:lvl7pPr>
            <a:lvl8pPr marL="1268959" indent="0" algn="ctr">
              <a:buNone/>
              <a:defRPr sz="634"/>
            </a:lvl8pPr>
            <a:lvl9pPr marL="1450238" indent="0" algn="ctr">
              <a:buNone/>
              <a:defRPr sz="6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29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22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782" y="677959"/>
            <a:ext cx="7721025" cy="1131190"/>
          </a:xfrm>
        </p:spPr>
        <p:txBody>
          <a:bodyPr anchor="b"/>
          <a:lstStyle>
            <a:lvl1pPr>
              <a:defRPr sz="23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782" y="1819850"/>
            <a:ext cx="7721025" cy="594866"/>
          </a:xfrm>
        </p:spPr>
        <p:txBody>
          <a:bodyPr/>
          <a:lstStyle>
            <a:lvl1pPr marL="0" indent="0">
              <a:buNone/>
              <a:defRPr sz="952">
                <a:solidFill>
                  <a:schemeClr val="tx1">
                    <a:tint val="75000"/>
                  </a:schemeClr>
                </a:solidFill>
              </a:defRPr>
            </a:lvl1pPr>
            <a:lvl2pPr marL="181280" indent="0">
              <a:buNone/>
              <a:defRPr sz="793">
                <a:solidFill>
                  <a:schemeClr val="tx1">
                    <a:tint val="75000"/>
                  </a:schemeClr>
                </a:solidFill>
              </a:defRPr>
            </a:lvl2pPr>
            <a:lvl3pPr marL="362560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3pPr>
            <a:lvl4pPr marL="543839" indent="0">
              <a:buNone/>
              <a:defRPr sz="634">
                <a:solidFill>
                  <a:schemeClr val="tx1">
                    <a:tint val="75000"/>
                  </a:schemeClr>
                </a:solidFill>
              </a:defRPr>
            </a:lvl4pPr>
            <a:lvl5pPr marL="725119" indent="0">
              <a:buNone/>
              <a:defRPr sz="634">
                <a:solidFill>
                  <a:schemeClr val="tx1">
                    <a:tint val="75000"/>
                  </a:schemeClr>
                </a:solidFill>
              </a:defRPr>
            </a:lvl5pPr>
            <a:lvl6pPr marL="906399" indent="0">
              <a:buNone/>
              <a:defRPr sz="634">
                <a:solidFill>
                  <a:schemeClr val="tx1">
                    <a:tint val="75000"/>
                  </a:schemeClr>
                </a:solidFill>
              </a:defRPr>
            </a:lvl6pPr>
            <a:lvl7pPr marL="1087679" indent="0">
              <a:buNone/>
              <a:defRPr sz="634">
                <a:solidFill>
                  <a:schemeClr val="tx1">
                    <a:tint val="75000"/>
                  </a:schemeClr>
                </a:solidFill>
              </a:defRPr>
            </a:lvl7pPr>
            <a:lvl8pPr marL="1268959" indent="0">
              <a:buNone/>
              <a:defRPr sz="634">
                <a:solidFill>
                  <a:schemeClr val="tx1">
                    <a:tint val="75000"/>
                  </a:schemeClr>
                </a:solidFill>
              </a:defRPr>
            </a:lvl8pPr>
            <a:lvl9pPr marL="1450238" indent="0">
              <a:buNone/>
              <a:defRPr sz="6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24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5444" y="723911"/>
            <a:ext cx="3804563" cy="17254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1906" y="723911"/>
            <a:ext cx="3804563" cy="17254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088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10" y="144782"/>
            <a:ext cx="7721025" cy="5256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611" y="666628"/>
            <a:ext cx="3787078" cy="326704"/>
          </a:xfrm>
        </p:spPr>
        <p:txBody>
          <a:bodyPr anchor="b"/>
          <a:lstStyle>
            <a:lvl1pPr marL="0" indent="0">
              <a:buNone/>
              <a:defRPr sz="952" b="1"/>
            </a:lvl1pPr>
            <a:lvl2pPr marL="181280" indent="0">
              <a:buNone/>
              <a:defRPr sz="793" b="1"/>
            </a:lvl2pPr>
            <a:lvl3pPr marL="362560" indent="0">
              <a:buNone/>
              <a:defRPr sz="714" b="1"/>
            </a:lvl3pPr>
            <a:lvl4pPr marL="543839" indent="0">
              <a:buNone/>
              <a:defRPr sz="634" b="1"/>
            </a:lvl4pPr>
            <a:lvl5pPr marL="725119" indent="0">
              <a:buNone/>
              <a:defRPr sz="634" b="1"/>
            </a:lvl5pPr>
            <a:lvl6pPr marL="906399" indent="0">
              <a:buNone/>
              <a:defRPr sz="634" b="1"/>
            </a:lvl6pPr>
            <a:lvl7pPr marL="1087679" indent="0">
              <a:buNone/>
              <a:defRPr sz="634" b="1"/>
            </a:lvl7pPr>
            <a:lvl8pPr marL="1268959" indent="0">
              <a:buNone/>
              <a:defRPr sz="634" b="1"/>
            </a:lvl8pPr>
            <a:lvl9pPr marL="1450238" indent="0">
              <a:buNone/>
              <a:defRPr sz="6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611" y="993332"/>
            <a:ext cx="3787078" cy="14610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1906" y="666628"/>
            <a:ext cx="3805729" cy="326704"/>
          </a:xfrm>
        </p:spPr>
        <p:txBody>
          <a:bodyPr anchor="b"/>
          <a:lstStyle>
            <a:lvl1pPr marL="0" indent="0">
              <a:buNone/>
              <a:defRPr sz="952" b="1"/>
            </a:lvl1pPr>
            <a:lvl2pPr marL="181280" indent="0">
              <a:buNone/>
              <a:defRPr sz="793" b="1"/>
            </a:lvl2pPr>
            <a:lvl3pPr marL="362560" indent="0">
              <a:buNone/>
              <a:defRPr sz="714" b="1"/>
            </a:lvl3pPr>
            <a:lvl4pPr marL="543839" indent="0">
              <a:buNone/>
              <a:defRPr sz="634" b="1"/>
            </a:lvl4pPr>
            <a:lvl5pPr marL="725119" indent="0">
              <a:buNone/>
              <a:defRPr sz="634" b="1"/>
            </a:lvl5pPr>
            <a:lvl6pPr marL="906399" indent="0">
              <a:buNone/>
              <a:defRPr sz="634" b="1"/>
            </a:lvl6pPr>
            <a:lvl7pPr marL="1087679" indent="0">
              <a:buNone/>
              <a:defRPr sz="634" b="1"/>
            </a:lvl7pPr>
            <a:lvl8pPr marL="1268959" indent="0">
              <a:buNone/>
              <a:defRPr sz="634" b="1"/>
            </a:lvl8pPr>
            <a:lvl9pPr marL="1450238" indent="0">
              <a:buNone/>
              <a:defRPr sz="6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1906" y="993332"/>
            <a:ext cx="3805729" cy="14610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5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09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10" y="181292"/>
            <a:ext cx="2887225" cy="634524"/>
          </a:xfrm>
        </p:spPr>
        <p:txBody>
          <a:bodyPr anchor="b"/>
          <a:lstStyle>
            <a:lvl1pPr>
              <a:defRPr sz="12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5729" y="391542"/>
            <a:ext cx="4531906" cy="1932528"/>
          </a:xfrm>
        </p:spPr>
        <p:txBody>
          <a:bodyPr/>
          <a:lstStyle>
            <a:lvl1pPr>
              <a:defRPr sz="1269"/>
            </a:lvl1pPr>
            <a:lvl2pPr>
              <a:defRPr sz="1110"/>
            </a:lvl2pPr>
            <a:lvl3pPr>
              <a:defRPr sz="952"/>
            </a:lvl3pPr>
            <a:lvl4pPr>
              <a:defRPr sz="793"/>
            </a:lvl4pPr>
            <a:lvl5pPr>
              <a:defRPr sz="793"/>
            </a:lvl5pPr>
            <a:lvl6pPr>
              <a:defRPr sz="793"/>
            </a:lvl6pPr>
            <a:lvl7pPr>
              <a:defRPr sz="793"/>
            </a:lvl7pPr>
            <a:lvl8pPr>
              <a:defRPr sz="793"/>
            </a:lvl8pPr>
            <a:lvl9pPr>
              <a:defRPr sz="79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6610" y="815816"/>
            <a:ext cx="2887225" cy="1511401"/>
          </a:xfrm>
        </p:spPr>
        <p:txBody>
          <a:bodyPr/>
          <a:lstStyle>
            <a:lvl1pPr marL="0" indent="0">
              <a:buNone/>
              <a:defRPr sz="634"/>
            </a:lvl1pPr>
            <a:lvl2pPr marL="181280" indent="0">
              <a:buNone/>
              <a:defRPr sz="555"/>
            </a:lvl2pPr>
            <a:lvl3pPr marL="362560" indent="0">
              <a:buNone/>
              <a:defRPr sz="476"/>
            </a:lvl3pPr>
            <a:lvl4pPr marL="543839" indent="0">
              <a:buNone/>
              <a:defRPr sz="397"/>
            </a:lvl4pPr>
            <a:lvl5pPr marL="725119" indent="0">
              <a:buNone/>
              <a:defRPr sz="397"/>
            </a:lvl5pPr>
            <a:lvl6pPr marL="906399" indent="0">
              <a:buNone/>
              <a:defRPr sz="397"/>
            </a:lvl6pPr>
            <a:lvl7pPr marL="1087679" indent="0">
              <a:buNone/>
              <a:defRPr sz="397"/>
            </a:lvl7pPr>
            <a:lvl8pPr marL="1268959" indent="0">
              <a:buNone/>
              <a:defRPr sz="397"/>
            </a:lvl8pPr>
            <a:lvl9pPr marL="1450238" indent="0">
              <a:buNone/>
              <a:defRPr sz="39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77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10" y="181292"/>
            <a:ext cx="2887225" cy="634524"/>
          </a:xfrm>
        </p:spPr>
        <p:txBody>
          <a:bodyPr anchor="b"/>
          <a:lstStyle>
            <a:lvl1pPr>
              <a:defRPr sz="12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5729" y="391542"/>
            <a:ext cx="4531906" cy="1932528"/>
          </a:xfrm>
        </p:spPr>
        <p:txBody>
          <a:bodyPr anchor="t"/>
          <a:lstStyle>
            <a:lvl1pPr marL="0" indent="0">
              <a:buNone/>
              <a:defRPr sz="1269"/>
            </a:lvl1pPr>
            <a:lvl2pPr marL="181280" indent="0">
              <a:buNone/>
              <a:defRPr sz="1110"/>
            </a:lvl2pPr>
            <a:lvl3pPr marL="362560" indent="0">
              <a:buNone/>
              <a:defRPr sz="952"/>
            </a:lvl3pPr>
            <a:lvl4pPr marL="543839" indent="0">
              <a:buNone/>
              <a:defRPr sz="793"/>
            </a:lvl4pPr>
            <a:lvl5pPr marL="725119" indent="0">
              <a:buNone/>
              <a:defRPr sz="793"/>
            </a:lvl5pPr>
            <a:lvl6pPr marL="906399" indent="0">
              <a:buNone/>
              <a:defRPr sz="793"/>
            </a:lvl6pPr>
            <a:lvl7pPr marL="1087679" indent="0">
              <a:buNone/>
              <a:defRPr sz="793"/>
            </a:lvl7pPr>
            <a:lvl8pPr marL="1268959" indent="0">
              <a:buNone/>
              <a:defRPr sz="793"/>
            </a:lvl8pPr>
            <a:lvl9pPr marL="1450238" indent="0">
              <a:buNone/>
              <a:defRPr sz="79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6610" y="815816"/>
            <a:ext cx="2887225" cy="1511401"/>
          </a:xfrm>
        </p:spPr>
        <p:txBody>
          <a:bodyPr/>
          <a:lstStyle>
            <a:lvl1pPr marL="0" indent="0">
              <a:buNone/>
              <a:defRPr sz="634"/>
            </a:lvl1pPr>
            <a:lvl2pPr marL="181280" indent="0">
              <a:buNone/>
              <a:defRPr sz="555"/>
            </a:lvl2pPr>
            <a:lvl3pPr marL="362560" indent="0">
              <a:buNone/>
              <a:defRPr sz="476"/>
            </a:lvl3pPr>
            <a:lvl4pPr marL="543839" indent="0">
              <a:buNone/>
              <a:defRPr sz="397"/>
            </a:lvl4pPr>
            <a:lvl5pPr marL="725119" indent="0">
              <a:buNone/>
              <a:defRPr sz="397"/>
            </a:lvl5pPr>
            <a:lvl6pPr marL="906399" indent="0">
              <a:buNone/>
              <a:defRPr sz="397"/>
            </a:lvl6pPr>
            <a:lvl7pPr marL="1087679" indent="0">
              <a:buNone/>
              <a:defRPr sz="397"/>
            </a:lvl7pPr>
            <a:lvl8pPr marL="1268959" indent="0">
              <a:buNone/>
              <a:defRPr sz="397"/>
            </a:lvl8pPr>
            <a:lvl9pPr marL="1450238" indent="0">
              <a:buNone/>
              <a:defRPr sz="39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38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6213" y="144782"/>
            <a:ext cx="1930256" cy="23045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5444" y="144782"/>
            <a:ext cx="5678870" cy="23045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9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5444" y="144782"/>
            <a:ext cx="7721025" cy="525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444" y="723911"/>
            <a:ext cx="7721025" cy="1725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5444" y="2520470"/>
            <a:ext cx="2014180" cy="144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5321" y="2520470"/>
            <a:ext cx="3021271" cy="144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2289" y="2520470"/>
            <a:ext cx="2014180" cy="144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5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2560" rtl="0" eaLnBrk="1" latinLnBrk="0" hangingPunct="1">
        <a:lnSpc>
          <a:spcPct val="90000"/>
        </a:lnSpc>
        <a:spcBef>
          <a:spcPct val="0"/>
        </a:spcBef>
        <a:buNone/>
        <a:defRPr sz="17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640" indent="-90640" algn="l" defTabSz="362560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1pPr>
      <a:lvl2pPr marL="271920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52" kern="1200">
          <a:solidFill>
            <a:schemeClr val="tx1"/>
          </a:solidFill>
          <a:latin typeface="+mn-lt"/>
          <a:ea typeface="+mn-ea"/>
          <a:cs typeface="+mn-cs"/>
        </a:defRPr>
      </a:lvl2pPr>
      <a:lvl3pPr marL="453200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3" kern="1200">
          <a:solidFill>
            <a:schemeClr val="tx1"/>
          </a:solidFill>
          <a:latin typeface="+mn-lt"/>
          <a:ea typeface="+mn-ea"/>
          <a:cs typeface="+mn-cs"/>
        </a:defRPr>
      </a:lvl3pPr>
      <a:lvl4pPr marL="634479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4pPr>
      <a:lvl5pPr marL="815759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5pPr>
      <a:lvl6pPr marL="997039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6pPr>
      <a:lvl7pPr marL="1178319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7pPr>
      <a:lvl8pPr marL="1359599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8pPr>
      <a:lvl9pPr marL="1540878" indent="-90640" algn="l" defTabSz="362560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1pPr>
      <a:lvl2pPr marL="181280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2pPr>
      <a:lvl3pPr marL="362560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3pPr>
      <a:lvl4pPr marL="543839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4pPr>
      <a:lvl5pPr marL="725119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5pPr>
      <a:lvl6pPr marL="906399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6pPr>
      <a:lvl7pPr marL="1087679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7pPr>
      <a:lvl8pPr marL="1268959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8pPr>
      <a:lvl9pPr marL="1450238" algn="l" defTabSz="362560" rtl="0" eaLnBrk="1" latinLnBrk="0" hangingPunct="1">
        <a:defRPr sz="7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CCD09F6-5589-54E7-5CA5-466CA09B81AB}"/>
              </a:ext>
            </a:extLst>
          </p:cNvPr>
          <p:cNvSpPr/>
          <p:nvPr/>
        </p:nvSpPr>
        <p:spPr>
          <a:xfrm>
            <a:off x="1613882" y="203591"/>
            <a:ext cx="2463289" cy="236884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92C0F3F-71CC-818B-1C17-87D544AEEBE1}"/>
              </a:ext>
            </a:extLst>
          </p:cNvPr>
          <p:cNvSpPr/>
          <p:nvPr/>
        </p:nvSpPr>
        <p:spPr>
          <a:xfrm>
            <a:off x="4475956" y="219618"/>
            <a:ext cx="2463289" cy="2360835"/>
          </a:xfrm>
          <a:prstGeom prst="ellipse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711F6E-0DFE-8160-8192-3EDF5AC28B04}"/>
              </a:ext>
            </a:extLst>
          </p:cNvPr>
          <p:cNvSpPr txBox="1"/>
          <p:nvPr/>
        </p:nvSpPr>
        <p:spPr>
          <a:xfrm>
            <a:off x="2459117" y="923842"/>
            <a:ext cx="932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FPMT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39AAF4-DD98-2C87-B5A0-86E3A82FD605}"/>
              </a:ext>
            </a:extLst>
          </p:cNvPr>
          <p:cNvSpPr txBox="1"/>
          <p:nvPr/>
        </p:nvSpPr>
        <p:spPr>
          <a:xfrm>
            <a:off x="4930504" y="1675538"/>
            <a:ext cx="1628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16 logical bugs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D1D9D4-F19A-8405-959B-BE224300B762}"/>
              </a:ext>
            </a:extLst>
          </p:cNvPr>
          <p:cNvSpPr txBox="1"/>
          <p:nvPr/>
        </p:nvSpPr>
        <p:spPr>
          <a:xfrm>
            <a:off x="2059195" y="1673248"/>
            <a:ext cx="193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46 logical bugs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90D45-DDE7-04C7-F208-A18DD569BE51}"/>
              </a:ext>
            </a:extLst>
          </p:cNvPr>
          <p:cNvSpPr txBox="1"/>
          <p:nvPr/>
        </p:nvSpPr>
        <p:spPr>
          <a:xfrm>
            <a:off x="5062891" y="931856"/>
            <a:ext cx="149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Other Tools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28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9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7</cp:revision>
  <dcterms:created xsi:type="dcterms:W3CDTF">2023-08-09T12:44:00Z</dcterms:created>
  <dcterms:modified xsi:type="dcterms:W3CDTF">2026-02-08T07:24:06Z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