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60" r:id="rId2"/>
  </p:sldIdLst>
  <p:sldSz cx="7512050" cy="4929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3" userDrawn="1">
          <p15:clr>
            <a:srgbClr val="A4A3A4"/>
          </p15:clr>
        </p15:guide>
        <p15:guide id="2" pos="23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49" autoAdjust="0"/>
    <p:restoredTop sz="94660"/>
  </p:normalViewPr>
  <p:slideViewPr>
    <p:cSldViewPr snapToGrid="0" showGuides="1">
      <p:cViewPr>
        <p:scale>
          <a:sx n="150" d="100"/>
          <a:sy n="150" d="100"/>
        </p:scale>
        <p:origin x="2760" y="1224"/>
      </p:cViewPr>
      <p:guideLst>
        <p:guide orient="horz" pos="1553"/>
        <p:guide pos="23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404" y="806698"/>
            <a:ext cx="6385243" cy="1716088"/>
          </a:xfrm>
        </p:spPr>
        <p:txBody>
          <a:bodyPr anchor="b"/>
          <a:lstStyle>
            <a:lvl1pPr algn="ctr">
              <a:defRPr sz="431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006" y="2588965"/>
            <a:ext cx="5634038" cy="1190079"/>
          </a:xfrm>
        </p:spPr>
        <p:txBody>
          <a:bodyPr/>
          <a:lstStyle>
            <a:lvl1pPr marL="0" indent="0" algn="ctr">
              <a:buNone/>
              <a:defRPr sz="1725"/>
            </a:lvl1pPr>
            <a:lvl2pPr marL="328635" indent="0" algn="ctr">
              <a:buNone/>
              <a:defRPr sz="1438"/>
            </a:lvl2pPr>
            <a:lvl3pPr marL="657271" indent="0" algn="ctr">
              <a:buNone/>
              <a:defRPr sz="1294"/>
            </a:lvl3pPr>
            <a:lvl4pPr marL="985906" indent="0" algn="ctr">
              <a:buNone/>
              <a:defRPr sz="1150"/>
            </a:lvl4pPr>
            <a:lvl5pPr marL="1314541" indent="0" algn="ctr">
              <a:buNone/>
              <a:defRPr sz="1150"/>
            </a:lvl5pPr>
            <a:lvl6pPr marL="1643177" indent="0" algn="ctr">
              <a:buNone/>
              <a:defRPr sz="1150"/>
            </a:lvl6pPr>
            <a:lvl7pPr marL="1971812" indent="0" algn="ctr">
              <a:buNone/>
              <a:defRPr sz="1150"/>
            </a:lvl7pPr>
            <a:lvl8pPr marL="2300448" indent="0" algn="ctr">
              <a:buNone/>
              <a:defRPr sz="1150"/>
            </a:lvl8pPr>
            <a:lvl9pPr marL="2629083" indent="0" algn="ctr">
              <a:buNone/>
              <a:defRPr sz="1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61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935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541" y="1228875"/>
            <a:ext cx="6479143" cy="2050405"/>
          </a:xfrm>
        </p:spPr>
        <p:txBody>
          <a:bodyPr anchor="b"/>
          <a:lstStyle>
            <a:lvl1pPr>
              <a:defRPr sz="431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41" y="3298678"/>
            <a:ext cx="6479143" cy="1078260"/>
          </a:xfrm>
        </p:spPr>
        <p:txBody>
          <a:bodyPr/>
          <a:lstStyle>
            <a:lvl1pPr marL="0" indent="0">
              <a:buNone/>
              <a:defRPr sz="1725">
                <a:solidFill>
                  <a:schemeClr val="tx1"/>
                </a:solidFill>
              </a:defRPr>
            </a:lvl1pPr>
            <a:lvl2pPr marL="328635" indent="0">
              <a:buNone/>
              <a:defRPr sz="1438">
                <a:solidFill>
                  <a:schemeClr val="tx1">
                    <a:tint val="75000"/>
                  </a:schemeClr>
                </a:solidFill>
              </a:defRPr>
            </a:lvl2pPr>
            <a:lvl3pPr marL="657271" indent="0">
              <a:buNone/>
              <a:defRPr sz="1294">
                <a:solidFill>
                  <a:schemeClr val="tx1">
                    <a:tint val="75000"/>
                  </a:schemeClr>
                </a:solidFill>
              </a:defRPr>
            </a:lvl3pPr>
            <a:lvl4pPr marL="985906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4pPr>
            <a:lvl5pPr marL="1314541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5pPr>
            <a:lvl6pPr marL="1643177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6pPr>
            <a:lvl7pPr marL="1971812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7pPr>
            <a:lvl8pPr marL="2300448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8pPr>
            <a:lvl9pPr marL="2629083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596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454" y="1312168"/>
            <a:ext cx="3192621" cy="3127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2975" y="1312168"/>
            <a:ext cx="3192621" cy="3127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560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262434"/>
            <a:ext cx="6479143" cy="95274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33" y="1208336"/>
            <a:ext cx="3177949" cy="592187"/>
          </a:xfrm>
        </p:spPr>
        <p:txBody>
          <a:bodyPr anchor="b"/>
          <a:lstStyle>
            <a:lvl1pPr marL="0" indent="0">
              <a:buNone/>
              <a:defRPr sz="1725" b="1"/>
            </a:lvl1pPr>
            <a:lvl2pPr marL="328635" indent="0">
              <a:buNone/>
              <a:defRPr sz="1438" b="1"/>
            </a:lvl2pPr>
            <a:lvl3pPr marL="657271" indent="0">
              <a:buNone/>
              <a:defRPr sz="1294" b="1"/>
            </a:lvl3pPr>
            <a:lvl4pPr marL="985906" indent="0">
              <a:buNone/>
              <a:defRPr sz="1150" b="1"/>
            </a:lvl4pPr>
            <a:lvl5pPr marL="1314541" indent="0">
              <a:buNone/>
              <a:defRPr sz="1150" b="1"/>
            </a:lvl5pPr>
            <a:lvl6pPr marL="1643177" indent="0">
              <a:buNone/>
              <a:defRPr sz="1150" b="1"/>
            </a:lvl6pPr>
            <a:lvl7pPr marL="1971812" indent="0">
              <a:buNone/>
              <a:defRPr sz="1150" b="1"/>
            </a:lvl7pPr>
            <a:lvl8pPr marL="2300448" indent="0">
              <a:buNone/>
              <a:defRPr sz="1150" b="1"/>
            </a:lvl8pPr>
            <a:lvl9pPr marL="2629083" indent="0">
              <a:buNone/>
              <a:defRPr sz="1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433" y="1800523"/>
            <a:ext cx="3177949" cy="26482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2976" y="1208336"/>
            <a:ext cx="3193600" cy="592187"/>
          </a:xfrm>
        </p:spPr>
        <p:txBody>
          <a:bodyPr anchor="b"/>
          <a:lstStyle>
            <a:lvl1pPr marL="0" indent="0">
              <a:buNone/>
              <a:defRPr sz="1725" b="1"/>
            </a:lvl1pPr>
            <a:lvl2pPr marL="328635" indent="0">
              <a:buNone/>
              <a:defRPr sz="1438" b="1"/>
            </a:lvl2pPr>
            <a:lvl3pPr marL="657271" indent="0">
              <a:buNone/>
              <a:defRPr sz="1294" b="1"/>
            </a:lvl3pPr>
            <a:lvl4pPr marL="985906" indent="0">
              <a:buNone/>
              <a:defRPr sz="1150" b="1"/>
            </a:lvl4pPr>
            <a:lvl5pPr marL="1314541" indent="0">
              <a:buNone/>
              <a:defRPr sz="1150" b="1"/>
            </a:lvl5pPr>
            <a:lvl6pPr marL="1643177" indent="0">
              <a:buNone/>
              <a:defRPr sz="1150" b="1"/>
            </a:lvl6pPr>
            <a:lvl7pPr marL="1971812" indent="0">
              <a:buNone/>
              <a:defRPr sz="1150" b="1"/>
            </a:lvl7pPr>
            <a:lvl8pPr marL="2300448" indent="0">
              <a:buNone/>
              <a:defRPr sz="1150" b="1"/>
            </a:lvl8pPr>
            <a:lvl9pPr marL="2629083" indent="0">
              <a:buNone/>
              <a:defRPr sz="1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2976" y="1800523"/>
            <a:ext cx="3193600" cy="26482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355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8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82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328612"/>
            <a:ext cx="2422832" cy="1150144"/>
          </a:xfrm>
        </p:spPr>
        <p:txBody>
          <a:bodyPr anchor="b"/>
          <a:lstStyle>
            <a:lvl1pPr>
              <a:defRPr sz="2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3600" y="709713"/>
            <a:ext cx="3802975" cy="3502918"/>
          </a:xfrm>
        </p:spPr>
        <p:txBody>
          <a:bodyPr/>
          <a:lstStyle>
            <a:lvl1pPr>
              <a:defRPr sz="2300"/>
            </a:lvl1pPr>
            <a:lvl2pPr>
              <a:defRPr sz="2013"/>
            </a:lvl2pPr>
            <a:lvl3pPr>
              <a:defRPr sz="1725"/>
            </a:lvl3pPr>
            <a:lvl4pPr>
              <a:defRPr sz="1438"/>
            </a:lvl4pPr>
            <a:lvl5pPr>
              <a:defRPr sz="1438"/>
            </a:lvl5pPr>
            <a:lvl6pPr>
              <a:defRPr sz="1438"/>
            </a:lvl6pPr>
            <a:lvl7pPr>
              <a:defRPr sz="1438"/>
            </a:lvl7pPr>
            <a:lvl8pPr>
              <a:defRPr sz="1438"/>
            </a:lvl8pPr>
            <a:lvl9pPr>
              <a:defRPr sz="1438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2" y="1478756"/>
            <a:ext cx="2422832" cy="2739579"/>
          </a:xfrm>
        </p:spPr>
        <p:txBody>
          <a:bodyPr/>
          <a:lstStyle>
            <a:lvl1pPr marL="0" indent="0">
              <a:buNone/>
              <a:defRPr sz="1150"/>
            </a:lvl1pPr>
            <a:lvl2pPr marL="328635" indent="0">
              <a:buNone/>
              <a:defRPr sz="1006"/>
            </a:lvl2pPr>
            <a:lvl3pPr marL="657271" indent="0">
              <a:buNone/>
              <a:defRPr sz="863"/>
            </a:lvl3pPr>
            <a:lvl4pPr marL="985906" indent="0">
              <a:buNone/>
              <a:defRPr sz="719"/>
            </a:lvl4pPr>
            <a:lvl5pPr marL="1314541" indent="0">
              <a:buNone/>
              <a:defRPr sz="719"/>
            </a:lvl5pPr>
            <a:lvl6pPr marL="1643177" indent="0">
              <a:buNone/>
              <a:defRPr sz="719"/>
            </a:lvl6pPr>
            <a:lvl7pPr marL="1971812" indent="0">
              <a:buNone/>
              <a:defRPr sz="719"/>
            </a:lvl7pPr>
            <a:lvl8pPr marL="2300448" indent="0">
              <a:buNone/>
              <a:defRPr sz="719"/>
            </a:lvl8pPr>
            <a:lvl9pPr marL="2629083" indent="0">
              <a:buNone/>
              <a:defRPr sz="71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632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432" y="328612"/>
            <a:ext cx="2422832" cy="1150144"/>
          </a:xfrm>
        </p:spPr>
        <p:txBody>
          <a:bodyPr anchor="b"/>
          <a:lstStyle>
            <a:lvl1pPr>
              <a:defRPr sz="2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3600" y="709713"/>
            <a:ext cx="3802975" cy="3502918"/>
          </a:xfrm>
        </p:spPr>
        <p:txBody>
          <a:bodyPr anchor="t"/>
          <a:lstStyle>
            <a:lvl1pPr marL="0" indent="0">
              <a:buNone/>
              <a:defRPr sz="2300"/>
            </a:lvl1pPr>
            <a:lvl2pPr marL="328635" indent="0">
              <a:buNone/>
              <a:defRPr sz="2013"/>
            </a:lvl2pPr>
            <a:lvl3pPr marL="657271" indent="0">
              <a:buNone/>
              <a:defRPr sz="1725"/>
            </a:lvl3pPr>
            <a:lvl4pPr marL="985906" indent="0">
              <a:buNone/>
              <a:defRPr sz="1438"/>
            </a:lvl4pPr>
            <a:lvl5pPr marL="1314541" indent="0">
              <a:buNone/>
              <a:defRPr sz="1438"/>
            </a:lvl5pPr>
            <a:lvl6pPr marL="1643177" indent="0">
              <a:buNone/>
              <a:defRPr sz="1438"/>
            </a:lvl6pPr>
            <a:lvl7pPr marL="1971812" indent="0">
              <a:buNone/>
              <a:defRPr sz="1438"/>
            </a:lvl7pPr>
            <a:lvl8pPr marL="2300448" indent="0">
              <a:buNone/>
              <a:defRPr sz="1438"/>
            </a:lvl8pPr>
            <a:lvl9pPr marL="2629083" indent="0">
              <a:buNone/>
              <a:defRPr sz="1438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432" y="1478756"/>
            <a:ext cx="2422832" cy="2739579"/>
          </a:xfrm>
        </p:spPr>
        <p:txBody>
          <a:bodyPr/>
          <a:lstStyle>
            <a:lvl1pPr marL="0" indent="0">
              <a:buNone/>
              <a:defRPr sz="1150"/>
            </a:lvl1pPr>
            <a:lvl2pPr marL="328635" indent="0">
              <a:buNone/>
              <a:defRPr sz="1006"/>
            </a:lvl2pPr>
            <a:lvl3pPr marL="657271" indent="0">
              <a:buNone/>
              <a:defRPr sz="863"/>
            </a:lvl3pPr>
            <a:lvl4pPr marL="985906" indent="0">
              <a:buNone/>
              <a:defRPr sz="719"/>
            </a:lvl4pPr>
            <a:lvl5pPr marL="1314541" indent="0">
              <a:buNone/>
              <a:defRPr sz="719"/>
            </a:lvl5pPr>
            <a:lvl6pPr marL="1643177" indent="0">
              <a:buNone/>
              <a:defRPr sz="719"/>
            </a:lvl6pPr>
            <a:lvl7pPr marL="1971812" indent="0">
              <a:buNone/>
              <a:defRPr sz="719"/>
            </a:lvl7pPr>
            <a:lvl8pPr marL="2300448" indent="0">
              <a:buNone/>
              <a:defRPr sz="719"/>
            </a:lvl8pPr>
            <a:lvl9pPr marL="2629083" indent="0">
              <a:buNone/>
              <a:defRPr sz="71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34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26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5811" y="262434"/>
            <a:ext cx="1619786" cy="417725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454" y="262434"/>
            <a:ext cx="4765457" cy="417725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295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454" y="262434"/>
            <a:ext cx="6479143" cy="952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54" y="1312168"/>
            <a:ext cx="6479143" cy="3127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454" y="4568628"/>
            <a:ext cx="1690211" cy="262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367" y="4568628"/>
            <a:ext cx="2535317" cy="262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5385" y="4568628"/>
            <a:ext cx="1690211" cy="2624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11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57271" rtl="0" eaLnBrk="1" latinLnBrk="0" hangingPunct="1">
        <a:lnSpc>
          <a:spcPct val="90000"/>
        </a:lnSpc>
        <a:spcBef>
          <a:spcPct val="0"/>
        </a:spcBef>
        <a:buNone/>
        <a:defRPr sz="31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318" indent="-164318" algn="l" defTabSz="657271" rtl="0" eaLnBrk="1" latinLnBrk="0" hangingPunct="1">
        <a:lnSpc>
          <a:spcPct val="90000"/>
        </a:lnSpc>
        <a:spcBef>
          <a:spcPts val="719"/>
        </a:spcBef>
        <a:buFont typeface="Arial" panose="020B0604020202020204" pitchFamily="34" charset="0"/>
        <a:buChar char="•"/>
        <a:defRPr sz="2013" kern="1200">
          <a:solidFill>
            <a:schemeClr val="tx1"/>
          </a:solidFill>
          <a:latin typeface="+mn-lt"/>
          <a:ea typeface="+mn-ea"/>
          <a:cs typeface="+mn-cs"/>
        </a:defRPr>
      </a:lvl1pPr>
      <a:lvl2pPr marL="492953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725" kern="1200">
          <a:solidFill>
            <a:schemeClr val="tx1"/>
          </a:solidFill>
          <a:latin typeface="+mn-lt"/>
          <a:ea typeface="+mn-ea"/>
          <a:cs typeface="+mn-cs"/>
        </a:defRPr>
      </a:lvl2pPr>
      <a:lvl3pPr marL="821588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438" kern="1200">
          <a:solidFill>
            <a:schemeClr val="tx1"/>
          </a:solidFill>
          <a:latin typeface="+mn-lt"/>
          <a:ea typeface="+mn-ea"/>
          <a:cs typeface="+mn-cs"/>
        </a:defRPr>
      </a:lvl3pPr>
      <a:lvl4pPr marL="1150224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4pPr>
      <a:lvl5pPr marL="1478859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5pPr>
      <a:lvl6pPr marL="1807494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6pPr>
      <a:lvl7pPr marL="2136130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7pPr>
      <a:lvl8pPr marL="2464765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8pPr>
      <a:lvl9pPr marL="2793401" indent="-164318" algn="l" defTabSz="657271" rtl="0" eaLnBrk="1" latinLnBrk="0" hangingPunct="1">
        <a:lnSpc>
          <a:spcPct val="90000"/>
        </a:lnSpc>
        <a:spcBef>
          <a:spcPts val="359"/>
        </a:spcBef>
        <a:buFont typeface="Arial" panose="020B0604020202020204" pitchFamily="34" charset="0"/>
        <a:buChar char="•"/>
        <a:defRPr sz="12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1pPr>
      <a:lvl2pPr marL="328635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2pPr>
      <a:lvl3pPr marL="657271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3pPr>
      <a:lvl4pPr marL="985906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4pPr>
      <a:lvl5pPr marL="1314541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5pPr>
      <a:lvl6pPr marL="1643177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6pPr>
      <a:lvl7pPr marL="1971812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7pPr>
      <a:lvl8pPr marL="2300448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8pPr>
      <a:lvl9pPr marL="2629083" algn="l" defTabSz="657271" rtl="0" eaLnBrk="1" latinLnBrk="0" hangingPunct="1">
        <a:defRPr sz="12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2642" y="69770"/>
            <a:ext cx="7326765" cy="47705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t1 (c1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t1 (c1)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(4574);</a:t>
            </a:r>
          </a:p>
          <a:p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 Original Query</a:t>
            </a:r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cte_619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AVG(48)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subq_col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s890)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(1)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subq_col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s180)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col_2,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AVG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(anl57.c1)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anl57) 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riq85.col_3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MINUTE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('2023-01-01')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cte_619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riq85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EXCEPT SELECT DISTINCT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wao91.col_1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wao91.col_3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 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cte_619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wao91;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--result:	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4574.00000000000000000000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  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20.00000000000 </a:t>
            </a:r>
            <a:endParaRPr lang="en-US" altLang="zh-C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 Mutated Query</a:t>
            </a:r>
            <a:endParaRPr lang="en-US" altLang="zh-CN" sz="160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cte_619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</a:t>
            </a:r>
            <a:r>
              <a:rPr lang="en-US" altLang="zh-CN" sz="16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-AVG(-48)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subq_col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s890)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(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(1)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subq_col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s180)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col_2,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AVG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(anl57.c1)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anl57)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SELECT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riq85.col_3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MINUTE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('2023-01-01')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cte_619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riq85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EXCEPT SELECT DISTINCT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wao91.col_1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col_1, wao91.col_3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col_2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cte_619 </a:t>
            </a:r>
            <a:r>
              <a:rPr lang="en-US" altLang="zh-CN" sz="160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wao91;</a:t>
            </a: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--result:	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4574.00000000000000000000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  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20.00000000000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--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(expected)</a:t>
            </a:r>
            <a:endParaRPr lang="en-US" altLang="zh-CN" sz="160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--result:	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4574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|   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20.00000000000 </a:t>
            </a:r>
            <a:r>
              <a:rPr lang="en-US" altLang="zh-CN" sz="1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--</a:t>
            </a:r>
            <a:r>
              <a:rPr lang="en-US" altLang="zh-CN" sz="16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(actual)</a:t>
            </a:r>
            <a:endParaRPr lang="en-US" altLang="zh-CN" sz="160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720" y="4477232"/>
            <a:ext cx="389522" cy="328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283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26</cp:revision>
  <dcterms:created xsi:type="dcterms:W3CDTF">2023-08-09T12:44:00Z</dcterms:created>
  <dcterms:modified xsi:type="dcterms:W3CDTF">2026-02-08T06:42:20Z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DFB1E394B96341D4930BB3C7380417A2_13</vt:lpwstr>
  </property>
</Properties>
</file>