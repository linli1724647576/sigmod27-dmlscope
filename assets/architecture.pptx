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sldIdLst>
    <p:sldId id="256" r:id="rId2"/>
  </p:sldIdLst>
  <p:sldSz cx="6792913" cy="5056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48" d="100"/>
          <a:sy n="148" d="100"/>
        </p:scale>
        <p:origin x="888" y="88"/>
      </p:cViewPr>
      <p:guideLst>
        <p:guide orient="horz" pos="1593"/>
        <p:guide pos="21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9469" y="827483"/>
            <a:ext cx="5773976" cy="1760302"/>
          </a:xfrm>
        </p:spPr>
        <p:txBody>
          <a:bodyPr anchor="b"/>
          <a:lstStyle>
            <a:lvl1pPr algn="ctr">
              <a:defRPr sz="44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9114" y="2655670"/>
            <a:ext cx="5094685" cy="1220741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094" indent="0" algn="ctr">
              <a:buNone/>
              <a:defRPr sz="1475"/>
            </a:lvl2pPr>
            <a:lvl3pPr marL="674187" indent="0" algn="ctr">
              <a:buNone/>
              <a:defRPr sz="1327"/>
            </a:lvl3pPr>
            <a:lvl4pPr marL="1011281" indent="0" algn="ctr">
              <a:buNone/>
              <a:defRPr sz="1180"/>
            </a:lvl4pPr>
            <a:lvl5pPr marL="1348374" indent="0" algn="ctr">
              <a:buNone/>
              <a:defRPr sz="1180"/>
            </a:lvl5pPr>
            <a:lvl6pPr marL="1685468" indent="0" algn="ctr">
              <a:buNone/>
              <a:defRPr sz="1180"/>
            </a:lvl6pPr>
            <a:lvl7pPr marL="2022561" indent="0" algn="ctr">
              <a:buNone/>
              <a:defRPr sz="1180"/>
            </a:lvl7pPr>
            <a:lvl8pPr marL="2359655" indent="0" algn="ctr">
              <a:buNone/>
              <a:defRPr sz="1180"/>
            </a:lvl8pPr>
            <a:lvl9pPr marL="2696748" indent="0" algn="ctr">
              <a:buNone/>
              <a:defRPr sz="11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69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0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475" y="1260537"/>
            <a:ext cx="5858887" cy="2103233"/>
          </a:xfrm>
        </p:spPr>
        <p:txBody>
          <a:bodyPr anchor="b"/>
          <a:lstStyle>
            <a:lvl1pPr>
              <a:defRPr sz="44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475" y="3383668"/>
            <a:ext cx="5858887" cy="1106041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/>
                </a:solidFill>
              </a:defRPr>
            </a:lvl1pPr>
            <a:lvl2pPr marL="337094" indent="0">
              <a:buNone/>
              <a:defRPr sz="1475">
                <a:solidFill>
                  <a:schemeClr val="tx1">
                    <a:tint val="75000"/>
                  </a:schemeClr>
                </a:solidFill>
              </a:defRPr>
            </a:lvl2pPr>
            <a:lvl3pPr marL="674187" indent="0">
              <a:buNone/>
              <a:defRPr sz="1327">
                <a:solidFill>
                  <a:schemeClr val="tx1">
                    <a:tint val="75000"/>
                  </a:schemeClr>
                </a:solidFill>
              </a:defRPr>
            </a:lvl3pPr>
            <a:lvl4pPr marL="1011281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4pPr>
            <a:lvl5pPr marL="1348374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5pPr>
            <a:lvl6pPr marL="1685468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6pPr>
            <a:lvl7pPr marL="2022561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7pPr>
            <a:lvl8pPr marL="235965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8pPr>
            <a:lvl9pPr marL="2696748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10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013" y="1345976"/>
            <a:ext cx="2886988" cy="32081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38912" y="1345976"/>
            <a:ext cx="2886988" cy="32081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29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69196"/>
            <a:ext cx="5858887" cy="977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898" y="1239469"/>
            <a:ext cx="2873720" cy="607444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094" indent="0">
              <a:buNone/>
              <a:defRPr sz="1475" b="1"/>
            </a:lvl2pPr>
            <a:lvl3pPr marL="674187" indent="0">
              <a:buNone/>
              <a:defRPr sz="1327" b="1"/>
            </a:lvl3pPr>
            <a:lvl4pPr marL="1011281" indent="0">
              <a:buNone/>
              <a:defRPr sz="1180" b="1"/>
            </a:lvl4pPr>
            <a:lvl5pPr marL="1348374" indent="0">
              <a:buNone/>
              <a:defRPr sz="1180" b="1"/>
            </a:lvl5pPr>
            <a:lvl6pPr marL="1685468" indent="0">
              <a:buNone/>
              <a:defRPr sz="1180" b="1"/>
            </a:lvl6pPr>
            <a:lvl7pPr marL="2022561" indent="0">
              <a:buNone/>
              <a:defRPr sz="1180" b="1"/>
            </a:lvl7pPr>
            <a:lvl8pPr marL="2359655" indent="0">
              <a:buNone/>
              <a:defRPr sz="1180" b="1"/>
            </a:lvl8pPr>
            <a:lvl9pPr marL="2696748" indent="0">
              <a:buNone/>
              <a:defRPr sz="11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98" y="1846913"/>
            <a:ext cx="2873720" cy="27165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8912" y="1239469"/>
            <a:ext cx="2887873" cy="607444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094" indent="0">
              <a:buNone/>
              <a:defRPr sz="1475" b="1"/>
            </a:lvl2pPr>
            <a:lvl3pPr marL="674187" indent="0">
              <a:buNone/>
              <a:defRPr sz="1327" b="1"/>
            </a:lvl3pPr>
            <a:lvl4pPr marL="1011281" indent="0">
              <a:buNone/>
              <a:defRPr sz="1180" b="1"/>
            </a:lvl4pPr>
            <a:lvl5pPr marL="1348374" indent="0">
              <a:buNone/>
              <a:defRPr sz="1180" b="1"/>
            </a:lvl5pPr>
            <a:lvl6pPr marL="1685468" indent="0">
              <a:buNone/>
              <a:defRPr sz="1180" b="1"/>
            </a:lvl6pPr>
            <a:lvl7pPr marL="2022561" indent="0">
              <a:buNone/>
              <a:defRPr sz="1180" b="1"/>
            </a:lvl7pPr>
            <a:lvl8pPr marL="2359655" indent="0">
              <a:buNone/>
              <a:defRPr sz="1180" b="1"/>
            </a:lvl8pPr>
            <a:lvl9pPr marL="2696748" indent="0">
              <a:buNone/>
              <a:defRPr sz="11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38912" y="1846913"/>
            <a:ext cx="2887873" cy="27165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42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45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58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337079"/>
            <a:ext cx="2190891" cy="1179777"/>
          </a:xfrm>
        </p:spPr>
        <p:txBody>
          <a:bodyPr anchor="b"/>
          <a:lstStyle>
            <a:lvl1pPr>
              <a:defRPr sz="23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873" y="727998"/>
            <a:ext cx="3438912" cy="3593171"/>
          </a:xfrm>
        </p:spPr>
        <p:txBody>
          <a:bodyPr/>
          <a:lstStyle>
            <a:lvl1pPr>
              <a:defRPr sz="2359"/>
            </a:lvl1pPr>
            <a:lvl2pPr>
              <a:defRPr sz="2064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1516856"/>
            <a:ext cx="2190891" cy="2810164"/>
          </a:xfrm>
        </p:spPr>
        <p:txBody>
          <a:bodyPr/>
          <a:lstStyle>
            <a:lvl1pPr marL="0" indent="0">
              <a:buNone/>
              <a:defRPr sz="1180"/>
            </a:lvl1pPr>
            <a:lvl2pPr marL="337094" indent="0">
              <a:buNone/>
              <a:defRPr sz="1032"/>
            </a:lvl2pPr>
            <a:lvl3pPr marL="674187" indent="0">
              <a:buNone/>
              <a:defRPr sz="885"/>
            </a:lvl3pPr>
            <a:lvl4pPr marL="1011281" indent="0">
              <a:buNone/>
              <a:defRPr sz="737"/>
            </a:lvl4pPr>
            <a:lvl5pPr marL="1348374" indent="0">
              <a:buNone/>
              <a:defRPr sz="737"/>
            </a:lvl5pPr>
            <a:lvl6pPr marL="1685468" indent="0">
              <a:buNone/>
              <a:defRPr sz="737"/>
            </a:lvl6pPr>
            <a:lvl7pPr marL="2022561" indent="0">
              <a:buNone/>
              <a:defRPr sz="737"/>
            </a:lvl7pPr>
            <a:lvl8pPr marL="2359655" indent="0">
              <a:buNone/>
              <a:defRPr sz="737"/>
            </a:lvl8pPr>
            <a:lvl9pPr marL="2696748" indent="0">
              <a:buNone/>
              <a:defRPr sz="7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19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337079"/>
            <a:ext cx="2190891" cy="1179777"/>
          </a:xfrm>
        </p:spPr>
        <p:txBody>
          <a:bodyPr anchor="b"/>
          <a:lstStyle>
            <a:lvl1pPr>
              <a:defRPr sz="23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87873" y="727998"/>
            <a:ext cx="3438912" cy="3593171"/>
          </a:xfrm>
        </p:spPr>
        <p:txBody>
          <a:bodyPr anchor="t"/>
          <a:lstStyle>
            <a:lvl1pPr marL="0" indent="0">
              <a:buNone/>
              <a:defRPr sz="2359"/>
            </a:lvl1pPr>
            <a:lvl2pPr marL="337094" indent="0">
              <a:buNone/>
              <a:defRPr sz="2064"/>
            </a:lvl2pPr>
            <a:lvl3pPr marL="674187" indent="0">
              <a:buNone/>
              <a:defRPr sz="1770"/>
            </a:lvl3pPr>
            <a:lvl4pPr marL="1011281" indent="0">
              <a:buNone/>
              <a:defRPr sz="1475"/>
            </a:lvl4pPr>
            <a:lvl5pPr marL="1348374" indent="0">
              <a:buNone/>
              <a:defRPr sz="1475"/>
            </a:lvl5pPr>
            <a:lvl6pPr marL="1685468" indent="0">
              <a:buNone/>
              <a:defRPr sz="1475"/>
            </a:lvl6pPr>
            <a:lvl7pPr marL="2022561" indent="0">
              <a:buNone/>
              <a:defRPr sz="1475"/>
            </a:lvl7pPr>
            <a:lvl8pPr marL="2359655" indent="0">
              <a:buNone/>
              <a:defRPr sz="1475"/>
            </a:lvl8pPr>
            <a:lvl9pPr marL="2696748" indent="0">
              <a:buNone/>
              <a:defRPr sz="14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1516856"/>
            <a:ext cx="2190891" cy="2810164"/>
          </a:xfrm>
        </p:spPr>
        <p:txBody>
          <a:bodyPr/>
          <a:lstStyle>
            <a:lvl1pPr marL="0" indent="0">
              <a:buNone/>
              <a:defRPr sz="1180"/>
            </a:lvl1pPr>
            <a:lvl2pPr marL="337094" indent="0">
              <a:buNone/>
              <a:defRPr sz="1032"/>
            </a:lvl2pPr>
            <a:lvl3pPr marL="674187" indent="0">
              <a:buNone/>
              <a:defRPr sz="885"/>
            </a:lvl3pPr>
            <a:lvl4pPr marL="1011281" indent="0">
              <a:buNone/>
              <a:defRPr sz="737"/>
            </a:lvl4pPr>
            <a:lvl5pPr marL="1348374" indent="0">
              <a:buNone/>
              <a:defRPr sz="737"/>
            </a:lvl5pPr>
            <a:lvl6pPr marL="1685468" indent="0">
              <a:buNone/>
              <a:defRPr sz="737"/>
            </a:lvl6pPr>
            <a:lvl7pPr marL="2022561" indent="0">
              <a:buNone/>
              <a:defRPr sz="737"/>
            </a:lvl7pPr>
            <a:lvl8pPr marL="2359655" indent="0">
              <a:buNone/>
              <a:defRPr sz="737"/>
            </a:lvl8pPr>
            <a:lvl9pPr marL="2696748" indent="0">
              <a:buNone/>
              <a:defRPr sz="7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03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80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61179" y="269195"/>
            <a:ext cx="1464722" cy="428488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013" y="269195"/>
            <a:ext cx="4309254" cy="428488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4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013" y="269196"/>
            <a:ext cx="5858887" cy="977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013" y="1345976"/>
            <a:ext cx="5858887" cy="3208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7013" y="4686338"/>
            <a:ext cx="1528405" cy="269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50153" y="4686338"/>
            <a:ext cx="2292608" cy="269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7495" y="4686338"/>
            <a:ext cx="1528405" cy="269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05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4187" rtl="0" eaLnBrk="1" latinLnBrk="0" hangingPunct="1">
        <a:lnSpc>
          <a:spcPct val="90000"/>
        </a:lnSpc>
        <a:spcBef>
          <a:spcPct val="0"/>
        </a:spcBef>
        <a:buNone/>
        <a:defRPr sz="3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47" indent="-168547" algn="l" defTabSz="674187" rtl="0" eaLnBrk="1" latinLnBrk="0" hangingPunct="1">
        <a:lnSpc>
          <a:spcPct val="90000"/>
        </a:lnSpc>
        <a:spcBef>
          <a:spcPts val="737"/>
        </a:spcBef>
        <a:buFont typeface="Arial" panose="020B0604020202020204" pitchFamily="34" charset="0"/>
        <a:buChar char="•"/>
        <a:defRPr sz="2064" kern="1200">
          <a:solidFill>
            <a:schemeClr val="tx1"/>
          </a:solidFill>
          <a:latin typeface="+mn-lt"/>
          <a:ea typeface="+mn-ea"/>
          <a:cs typeface="+mn-cs"/>
        </a:defRPr>
      </a:lvl1pPr>
      <a:lvl2pPr marL="505640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734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79827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7" kern="1200">
          <a:solidFill>
            <a:schemeClr val="tx1"/>
          </a:solidFill>
          <a:latin typeface="+mn-lt"/>
          <a:ea typeface="+mn-ea"/>
          <a:cs typeface="+mn-cs"/>
        </a:defRPr>
      </a:lvl4pPr>
      <a:lvl5pPr marL="1516921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7" kern="1200">
          <a:solidFill>
            <a:schemeClr val="tx1"/>
          </a:solidFill>
          <a:latin typeface="+mn-lt"/>
          <a:ea typeface="+mn-ea"/>
          <a:cs typeface="+mn-cs"/>
        </a:defRPr>
      </a:lvl5pPr>
      <a:lvl6pPr marL="1854015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7" kern="1200">
          <a:solidFill>
            <a:schemeClr val="tx1"/>
          </a:solidFill>
          <a:latin typeface="+mn-lt"/>
          <a:ea typeface="+mn-ea"/>
          <a:cs typeface="+mn-cs"/>
        </a:defRPr>
      </a:lvl6pPr>
      <a:lvl7pPr marL="2191108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7" kern="1200">
          <a:solidFill>
            <a:schemeClr val="tx1"/>
          </a:solidFill>
          <a:latin typeface="+mn-lt"/>
          <a:ea typeface="+mn-ea"/>
          <a:cs typeface="+mn-cs"/>
        </a:defRPr>
      </a:lvl7pPr>
      <a:lvl8pPr marL="2528202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7" kern="1200">
          <a:solidFill>
            <a:schemeClr val="tx1"/>
          </a:solidFill>
          <a:latin typeface="+mn-lt"/>
          <a:ea typeface="+mn-ea"/>
          <a:cs typeface="+mn-cs"/>
        </a:defRPr>
      </a:lvl8pPr>
      <a:lvl9pPr marL="2865295" indent="-168547" algn="l" defTabSz="674187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1pPr>
      <a:lvl2pPr marL="337094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2pPr>
      <a:lvl3pPr marL="674187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3pPr>
      <a:lvl4pPr marL="1011281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4pPr>
      <a:lvl5pPr marL="1348374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5pPr>
      <a:lvl6pPr marL="1685468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6pPr>
      <a:lvl7pPr marL="2022561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7pPr>
      <a:lvl8pPr marL="2359655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8pPr>
      <a:lvl9pPr marL="2696748" algn="l" defTabSz="674187" rtl="0" eaLnBrk="1" latinLnBrk="0" hangingPunct="1">
        <a:defRPr sz="13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A07336C-7D16-BBA2-804B-A75326F4D797}"/>
              </a:ext>
            </a:extLst>
          </p:cNvPr>
          <p:cNvSpPr/>
          <p:nvPr/>
        </p:nvSpPr>
        <p:spPr>
          <a:xfrm>
            <a:off x="2326481" y="308769"/>
            <a:ext cx="1733550" cy="50165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Original Query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577045-16A9-5EF1-6FBB-E14896CE275F}"/>
              </a:ext>
            </a:extLst>
          </p:cNvPr>
          <p:cNvSpPr/>
          <p:nvPr/>
        </p:nvSpPr>
        <p:spPr>
          <a:xfrm>
            <a:off x="2326481" y="3625845"/>
            <a:ext cx="1733550" cy="36195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Mutated Query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672403-5403-A1AB-A35B-219A2BF2BA4F}"/>
              </a:ext>
            </a:extLst>
          </p:cNvPr>
          <p:cNvSpPr/>
          <p:nvPr/>
        </p:nvSpPr>
        <p:spPr>
          <a:xfrm>
            <a:off x="2326481" y="3159120"/>
            <a:ext cx="1733550" cy="36195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Original Query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AE7BC9-95F7-DD23-14D9-859E6404758D}"/>
              </a:ext>
            </a:extLst>
          </p:cNvPr>
          <p:cNvSpPr/>
          <p:nvPr/>
        </p:nvSpPr>
        <p:spPr>
          <a:xfrm>
            <a:off x="2326481" y="4079870"/>
            <a:ext cx="1733550" cy="36195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Bug Explanation</a:t>
            </a:r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D15A23-F5A6-6CE3-E833-EB43B6B1D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09" y="1191393"/>
            <a:ext cx="1352549" cy="13525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C1CF870-32DD-8C0E-D227-A88443E649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17" y="1236796"/>
            <a:ext cx="469726" cy="46738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A109C3C-4059-D848-FA19-BE2DC914493C}"/>
              </a:ext>
            </a:extLst>
          </p:cNvPr>
          <p:cNvSpPr txBox="1"/>
          <p:nvPr/>
        </p:nvSpPr>
        <p:spPr>
          <a:xfrm>
            <a:off x="2405233" y="2543938"/>
            <a:ext cx="1576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/>
              <a:t>Tested DBMS</a:t>
            </a:r>
            <a:endParaRPr lang="zh-CN" altLang="en-US" sz="2000" b="1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9721A8D-6E7D-F48C-1A9C-7D98351AC572}"/>
              </a:ext>
            </a:extLst>
          </p:cNvPr>
          <p:cNvSpPr/>
          <p:nvPr/>
        </p:nvSpPr>
        <p:spPr>
          <a:xfrm>
            <a:off x="243681" y="308769"/>
            <a:ext cx="1657350" cy="50165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Test-Case Generation</a:t>
            </a: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E96D65-6643-D3D5-6E67-429CA6EA7756}"/>
              </a:ext>
            </a:extLst>
          </p:cNvPr>
          <p:cNvSpPr/>
          <p:nvPr/>
        </p:nvSpPr>
        <p:spPr>
          <a:xfrm>
            <a:off x="4523581" y="1453356"/>
            <a:ext cx="1733550" cy="50165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Mutated Query</a:t>
            </a:r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804EFA0-3D24-6341-5A58-0C3F4DDD21C8}"/>
              </a:ext>
            </a:extLst>
          </p:cNvPr>
          <p:cNvSpPr/>
          <p:nvPr/>
        </p:nvSpPr>
        <p:spPr>
          <a:xfrm>
            <a:off x="243681" y="1453356"/>
            <a:ext cx="1657350" cy="50165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Results Comparision</a:t>
            </a:r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F1E6F71-7659-038E-DD49-81AFD2DDAE89}"/>
              </a:ext>
            </a:extLst>
          </p:cNvPr>
          <p:cNvSpPr/>
          <p:nvPr/>
        </p:nvSpPr>
        <p:spPr>
          <a:xfrm>
            <a:off x="243682" y="3540919"/>
            <a:ext cx="1657350" cy="50165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Bug Report Generation</a:t>
            </a:r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1AB704-868B-8B32-1888-934B1A60A665}"/>
              </a:ext>
            </a:extLst>
          </p:cNvPr>
          <p:cNvSpPr/>
          <p:nvPr/>
        </p:nvSpPr>
        <p:spPr>
          <a:xfrm>
            <a:off x="4523581" y="308769"/>
            <a:ext cx="1733550" cy="50165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Function Transfomation</a:t>
            </a:r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32695AB-150E-599F-7442-47BF4F220CA6}"/>
              </a:ext>
            </a:extLst>
          </p:cNvPr>
          <p:cNvCxnSpPr>
            <a:cxnSpLocks/>
            <a:stCxn id="15" idx="3"/>
            <a:endCxn id="4" idx="1"/>
          </p:cNvCxnSpPr>
          <p:nvPr/>
        </p:nvCxnSpPr>
        <p:spPr>
          <a:xfrm>
            <a:off x="1901031" y="559594"/>
            <a:ext cx="425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5830DA7-6A91-EA0F-0C32-CC68B1BE1F4C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V="1">
            <a:off x="1072356" y="810423"/>
            <a:ext cx="0" cy="642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9D8F03-E271-80BB-20D8-DA2504F6E12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072360" y="1955010"/>
            <a:ext cx="1" cy="1585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3B54AF5-3E03-C158-5021-7E55CD101603}"/>
              </a:ext>
            </a:extLst>
          </p:cNvPr>
          <p:cNvCxnSpPr>
            <a:stCxn id="4" idx="3"/>
            <a:endCxn id="19" idx="1"/>
          </p:cNvCxnSpPr>
          <p:nvPr/>
        </p:nvCxnSpPr>
        <p:spPr>
          <a:xfrm>
            <a:off x="4060031" y="559594"/>
            <a:ext cx="4635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9CE8D4C-18FD-17E4-83F6-446424588123}"/>
              </a:ext>
            </a:extLst>
          </p:cNvPr>
          <p:cNvCxnSpPr>
            <a:stCxn id="19" idx="2"/>
            <a:endCxn id="16" idx="0"/>
          </p:cNvCxnSpPr>
          <p:nvPr/>
        </p:nvCxnSpPr>
        <p:spPr>
          <a:xfrm>
            <a:off x="5390356" y="810423"/>
            <a:ext cx="0" cy="642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3E6539A0-4EF5-FC5D-86D7-903F6063049B}"/>
              </a:ext>
            </a:extLst>
          </p:cNvPr>
          <p:cNvSpPr/>
          <p:nvPr/>
        </p:nvSpPr>
        <p:spPr>
          <a:xfrm>
            <a:off x="2258219" y="3036891"/>
            <a:ext cx="1870074" cy="15097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DC217F3-C4C3-FF58-360F-370D09AA806A}"/>
              </a:ext>
            </a:extLst>
          </p:cNvPr>
          <p:cNvSpPr txBox="1"/>
          <p:nvPr/>
        </p:nvSpPr>
        <p:spPr>
          <a:xfrm>
            <a:off x="2405233" y="4546600"/>
            <a:ext cx="1576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/>
              <a:t>Bug Report</a:t>
            </a:r>
            <a:endParaRPr lang="zh-CN" altLang="en-US" sz="2000" b="1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1B38107-17B3-0762-E5DB-4CBE10BC7285}"/>
              </a:ext>
            </a:extLst>
          </p:cNvPr>
          <p:cNvCxnSpPr>
            <a:stCxn id="18" idx="3"/>
            <a:endCxn id="39" idx="1"/>
          </p:cNvCxnSpPr>
          <p:nvPr/>
        </p:nvCxnSpPr>
        <p:spPr>
          <a:xfrm>
            <a:off x="1901036" y="3791744"/>
            <a:ext cx="35718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2B10073A-3263-F7A4-9206-1B759E58CE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54" y="1075414"/>
            <a:ext cx="300090" cy="300090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E82C3E46-E11A-A989-0124-770EABAC2000}"/>
              </a:ext>
            </a:extLst>
          </p:cNvPr>
          <p:cNvSpPr txBox="1"/>
          <p:nvPr/>
        </p:nvSpPr>
        <p:spPr>
          <a:xfrm>
            <a:off x="1753663" y="1025404"/>
            <a:ext cx="1037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B050"/>
                </a:solidFill>
              </a:rPr>
              <a:t>Same</a:t>
            </a:r>
            <a:endParaRPr lang="zh-CN" altLang="en-US" sz="2000">
              <a:solidFill>
                <a:srgbClr val="00B050"/>
              </a:solidFill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BDD1A24-17D7-CF08-38F5-1795A0B7C5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35" y="2143828"/>
            <a:ext cx="400110" cy="40011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17D6C4AE-E45F-1CF6-02AE-7E35106F4F33}"/>
              </a:ext>
            </a:extLst>
          </p:cNvPr>
          <p:cNvSpPr txBox="1"/>
          <p:nvPr/>
        </p:nvSpPr>
        <p:spPr>
          <a:xfrm>
            <a:off x="1807554" y="2143828"/>
            <a:ext cx="1037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Bug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0907CE6A-F71B-E2AA-1454-6CD6534C86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85" y="3005136"/>
            <a:ext cx="1241425" cy="1241425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C4AE22B9-6229-256F-B4C9-6A1FEABF9B3F}"/>
              </a:ext>
            </a:extLst>
          </p:cNvPr>
          <p:cNvSpPr txBox="1"/>
          <p:nvPr/>
        </p:nvSpPr>
        <p:spPr>
          <a:xfrm>
            <a:off x="4795385" y="4238824"/>
            <a:ext cx="1461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/>
              <a:t>DBMS Developer</a:t>
            </a:r>
            <a:endParaRPr lang="zh-CN" altLang="en-US" sz="2000" b="1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3E4E2ED-21C6-4490-01F8-ED75A6804645}"/>
              </a:ext>
            </a:extLst>
          </p:cNvPr>
          <p:cNvCxnSpPr>
            <a:cxnSpLocks/>
          </p:cNvCxnSpPr>
          <p:nvPr/>
        </p:nvCxnSpPr>
        <p:spPr>
          <a:xfrm>
            <a:off x="4128293" y="3791743"/>
            <a:ext cx="6670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箭头: 下 52">
            <a:extLst>
              <a:ext uri="{FF2B5EF4-FFF2-40B4-BE49-F238E27FC236}">
                <a16:creationId xmlns:a16="http://schemas.microsoft.com/office/drawing/2014/main" id="{558E35A3-B247-5F9D-E7AB-A737E7686F61}"/>
              </a:ext>
            </a:extLst>
          </p:cNvPr>
          <p:cNvSpPr/>
          <p:nvPr/>
        </p:nvSpPr>
        <p:spPr>
          <a:xfrm>
            <a:off x="2992084" y="850872"/>
            <a:ext cx="402343" cy="33353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箭头: 下 53">
            <a:extLst>
              <a:ext uri="{FF2B5EF4-FFF2-40B4-BE49-F238E27FC236}">
                <a16:creationId xmlns:a16="http://schemas.microsoft.com/office/drawing/2014/main" id="{DE326419-BC89-BE48-F56C-4E15FC17C4B2}"/>
              </a:ext>
            </a:extLst>
          </p:cNvPr>
          <p:cNvSpPr/>
          <p:nvPr/>
        </p:nvSpPr>
        <p:spPr>
          <a:xfrm rot="5400000">
            <a:off x="3987447" y="1537414"/>
            <a:ext cx="402343" cy="33353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箭头: 下 54">
            <a:extLst>
              <a:ext uri="{FF2B5EF4-FFF2-40B4-BE49-F238E27FC236}">
                <a16:creationId xmlns:a16="http://schemas.microsoft.com/office/drawing/2014/main" id="{DB0336E1-B13D-14BC-4A3A-F062D83CEF71}"/>
              </a:ext>
            </a:extLst>
          </p:cNvPr>
          <p:cNvSpPr/>
          <p:nvPr/>
        </p:nvSpPr>
        <p:spPr>
          <a:xfrm rot="5400000">
            <a:off x="1999898" y="1546435"/>
            <a:ext cx="402343" cy="33353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161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27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7</cp:revision>
  <dcterms:created xsi:type="dcterms:W3CDTF">2023-08-09T12:44:00Z</dcterms:created>
  <dcterms:modified xsi:type="dcterms:W3CDTF">2026-03-05T08:09:17Z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