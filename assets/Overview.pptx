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1110595" cy="721804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8" userDrawn="1">
          <p15:clr>
            <a:srgbClr val="A4A3A4"/>
          </p15:clr>
        </p15:guide>
        <p15:guide id="2" pos="35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4EA"/>
    <a:srgbClr val="E6DDF8"/>
    <a:srgbClr val="1D7939"/>
    <a:srgbClr val="F59098"/>
    <a:srgbClr val="FDE8E8"/>
    <a:srgbClr val="CE5D3B"/>
    <a:srgbClr val="D21C40"/>
    <a:srgbClr val="7F62C3"/>
    <a:srgbClr val="D5610C"/>
    <a:srgbClr val="045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2868" y="1200"/>
      </p:cViewPr>
      <p:guideLst>
        <p:guide orient="horz" pos="2258"/>
        <p:guide pos="353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143000"/>
            <a:ext cx="4749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897255" rtl="0" eaLnBrk="1" latinLnBrk="0" hangingPunct="1">
      <a:defRPr sz="1175" kern="1200">
        <a:solidFill>
          <a:schemeClr val="tx1"/>
        </a:solidFill>
        <a:latin typeface="+mn-lt"/>
        <a:ea typeface="+mn-ea"/>
        <a:cs typeface="+mn-cs"/>
      </a:defRPr>
    </a:lvl1pPr>
    <a:lvl2pPr marL="448310" algn="l" defTabSz="897255" rtl="0" eaLnBrk="1" latinLnBrk="0" hangingPunct="1">
      <a:defRPr sz="1175" kern="1200">
        <a:solidFill>
          <a:schemeClr val="tx1"/>
        </a:solidFill>
        <a:latin typeface="+mn-lt"/>
        <a:ea typeface="+mn-ea"/>
        <a:cs typeface="+mn-cs"/>
      </a:defRPr>
    </a:lvl2pPr>
    <a:lvl3pPr marL="897255" algn="l" defTabSz="897255" rtl="0" eaLnBrk="1" latinLnBrk="0" hangingPunct="1">
      <a:defRPr sz="1175" kern="1200">
        <a:solidFill>
          <a:schemeClr val="tx1"/>
        </a:solidFill>
        <a:latin typeface="+mn-lt"/>
        <a:ea typeface="+mn-ea"/>
        <a:cs typeface="+mn-cs"/>
      </a:defRPr>
    </a:lvl3pPr>
    <a:lvl4pPr marL="1345565" algn="l" defTabSz="897255" rtl="0" eaLnBrk="1" latinLnBrk="0" hangingPunct="1">
      <a:defRPr sz="1175" kern="1200">
        <a:solidFill>
          <a:schemeClr val="tx1"/>
        </a:solidFill>
        <a:latin typeface="+mn-lt"/>
        <a:ea typeface="+mn-ea"/>
        <a:cs typeface="+mn-cs"/>
      </a:defRPr>
    </a:lvl4pPr>
    <a:lvl5pPr marL="1793875" algn="l" defTabSz="897255" rtl="0" eaLnBrk="1" latinLnBrk="0" hangingPunct="1">
      <a:defRPr sz="1175" kern="1200">
        <a:solidFill>
          <a:schemeClr val="tx1"/>
        </a:solidFill>
        <a:latin typeface="+mn-lt"/>
        <a:ea typeface="+mn-ea"/>
        <a:cs typeface="+mn-cs"/>
      </a:defRPr>
    </a:lvl5pPr>
    <a:lvl6pPr marL="2242185" algn="l" defTabSz="897255" rtl="0" eaLnBrk="1" latinLnBrk="0" hangingPunct="1">
      <a:defRPr sz="1175" kern="1200">
        <a:solidFill>
          <a:schemeClr val="tx1"/>
        </a:solidFill>
        <a:latin typeface="+mn-lt"/>
        <a:ea typeface="+mn-ea"/>
        <a:cs typeface="+mn-cs"/>
      </a:defRPr>
    </a:lvl6pPr>
    <a:lvl7pPr marL="2691130" algn="l" defTabSz="897255" rtl="0" eaLnBrk="1" latinLnBrk="0" hangingPunct="1">
      <a:defRPr sz="1175" kern="1200">
        <a:solidFill>
          <a:schemeClr val="tx1"/>
        </a:solidFill>
        <a:latin typeface="+mn-lt"/>
        <a:ea typeface="+mn-ea"/>
        <a:cs typeface="+mn-cs"/>
      </a:defRPr>
    </a:lvl7pPr>
    <a:lvl8pPr marL="3139440" algn="l" defTabSz="897255" rtl="0" eaLnBrk="1" latinLnBrk="0" hangingPunct="1">
      <a:defRPr sz="1175" kern="1200">
        <a:solidFill>
          <a:schemeClr val="tx1"/>
        </a:solidFill>
        <a:latin typeface="+mn-lt"/>
        <a:ea typeface="+mn-ea"/>
        <a:cs typeface="+mn-cs"/>
      </a:defRPr>
    </a:lvl8pPr>
    <a:lvl9pPr marL="3587750" algn="l" defTabSz="897255" rtl="0" eaLnBrk="1" latinLnBrk="0" hangingPunct="1">
      <a:defRPr sz="117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054100" y="1143000"/>
            <a:ext cx="47498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3319" y="1181339"/>
            <a:ext cx="9444276" cy="2513060"/>
          </a:xfrm>
        </p:spPr>
        <p:txBody>
          <a:bodyPr anchor="b"/>
          <a:lstStyle>
            <a:lvl1pPr algn="ctr">
              <a:defRPr sz="6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8864" y="3791312"/>
            <a:ext cx="8333185" cy="1742766"/>
          </a:xfrm>
        </p:spPr>
        <p:txBody>
          <a:bodyPr/>
          <a:lstStyle>
            <a:lvl1pPr marL="0" indent="0" algn="ctr">
              <a:buNone/>
              <a:defRPr sz="2525"/>
            </a:lvl1pPr>
            <a:lvl2pPr marL="481330" indent="0" algn="ctr">
              <a:buNone/>
              <a:defRPr sz="2105"/>
            </a:lvl2pPr>
            <a:lvl3pPr marL="962660" indent="0" algn="ctr">
              <a:buNone/>
              <a:defRPr sz="1895"/>
            </a:lvl3pPr>
            <a:lvl4pPr marL="1443355" indent="0" algn="ctr">
              <a:buNone/>
              <a:defRPr sz="1685"/>
            </a:lvl4pPr>
            <a:lvl5pPr marL="1924685" indent="0" algn="ctr">
              <a:buNone/>
              <a:defRPr sz="1685"/>
            </a:lvl5pPr>
            <a:lvl6pPr marL="2406015" indent="0" algn="ctr">
              <a:buNone/>
              <a:defRPr sz="1685"/>
            </a:lvl6pPr>
            <a:lvl7pPr marL="2887345" indent="0" algn="ctr">
              <a:buNone/>
              <a:defRPr sz="1685"/>
            </a:lvl7pPr>
            <a:lvl8pPr marL="3368675" indent="0" algn="ctr">
              <a:buNone/>
              <a:defRPr sz="1685"/>
            </a:lvl8pPr>
            <a:lvl9pPr marL="3849370" indent="0" algn="ctr">
              <a:buNone/>
              <a:defRPr sz="1685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089" y="1799580"/>
            <a:ext cx="9583162" cy="3002638"/>
          </a:xfrm>
        </p:spPr>
        <p:txBody>
          <a:bodyPr anchor="b"/>
          <a:lstStyle>
            <a:lvl1pPr>
              <a:defRPr sz="6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089" y="4830624"/>
            <a:ext cx="9583162" cy="1579016"/>
          </a:xfrm>
        </p:spPr>
        <p:txBody>
          <a:bodyPr/>
          <a:lstStyle>
            <a:lvl1pPr marL="0" indent="0">
              <a:buNone/>
              <a:defRPr sz="2525">
                <a:solidFill>
                  <a:schemeClr val="tx1"/>
                </a:solidFill>
              </a:defRPr>
            </a:lvl1pPr>
            <a:lvl2pPr marL="481330" indent="0">
              <a:buNone/>
              <a:defRPr sz="2105">
                <a:solidFill>
                  <a:schemeClr val="tx1">
                    <a:tint val="75000"/>
                  </a:schemeClr>
                </a:solidFill>
              </a:defRPr>
            </a:lvl2pPr>
            <a:lvl3pPr marL="962660" indent="0">
              <a:buNone/>
              <a:defRPr sz="1895">
                <a:solidFill>
                  <a:schemeClr val="tx1">
                    <a:tint val="75000"/>
                  </a:schemeClr>
                </a:solidFill>
              </a:defRPr>
            </a:lvl3pPr>
            <a:lvl4pPr marL="144335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4pPr>
            <a:lvl5pPr marL="192468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5pPr>
            <a:lvl6pPr marL="240601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6pPr>
            <a:lvl7pPr marL="288734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7pPr>
            <a:lvl8pPr marL="3368675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8pPr>
            <a:lvl9pPr marL="3849370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3875" y="1921555"/>
            <a:ext cx="4722138" cy="45799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4900" y="1921555"/>
            <a:ext cx="4722138" cy="45799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323" y="384312"/>
            <a:ext cx="9583162" cy="139521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324" y="1769502"/>
            <a:ext cx="4700436" cy="867206"/>
          </a:xfrm>
        </p:spPr>
        <p:txBody>
          <a:bodyPr anchor="b"/>
          <a:lstStyle>
            <a:lvl1pPr marL="0" indent="0">
              <a:buNone/>
              <a:defRPr sz="2525" b="1"/>
            </a:lvl1pPr>
            <a:lvl2pPr marL="481330" indent="0">
              <a:buNone/>
              <a:defRPr sz="2105" b="1"/>
            </a:lvl2pPr>
            <a:lvl3pPr marL="962660" indent="0">
              <a:buNone/>
              <a:defRPr sz="1895" b="1"/>
            </a:lvl3pPr>
            <a:lvl4pPr marL="1443355" indent="0">
              <a:buNone/>
              <a:defRPr sz="1685" b="1"/>
            </a:lvl4pPr>
            <a:lvl5pPr marL="1924685" indent="0">
              <a:buNone/>
              <a:defRPr sz="1685" b="1"/>
            </a:lvl5pPr>
            <a:lvl6pPr marL="2406015" indent="0">
              <a:buNone/>
              <a:defRPr sz="1685" b="1"/>
            </a:lvl6pPr>
            <a:lvl7pPr marL="2887345" indent="0">
              <a:buNone/>
              <a:defRPr sz="1685" b="1"/>
            </a:lvl7pPr>
            <a:lvl8pPr marL="3368675" indent="0">
              <a:buNone/>
              <a:defRPr sz="1685" b="1"/>
            </a:lvl8pPr>
            <a:lvl9pPr marL="3849370" indent="0">
              <a:buNone/>
              <a:defRPr sz="168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24" y="2636707"/>
            <a:ext cx="4700436" cy="38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4900" y="1769502"/>
            <a:ext cx="4723585" cy="867206"/>
          </a:xfrm>
        </p:spPr>
        <p:txBody>
          <a:bodyPr anchor="b"/>
          <a:lstStyle>
            <a:lvl1pPr marL="0" indent="0">
              <a:buNone/>
              <a:defRPr sz="2525" b="1"/>
            </a:lvl1pPr>
            <a:lvl2pPr marL="481330" indent="0">
              <a:buNone/>
              <a:defRPr sz="2105" b="1"/>
            </a:lvl2pPr>
            <a:lvl3pPr marL="962660" indent="0">
              <a:buNone/>
              <a:defRPr sz="1895" b="1"/>
            </a:lvl3pPr>
            <a:lvl4pPr marL="1443355" indent="0">
              <a:buNone/>
              <a:defRPr sz="1685" b="1"/>
            </a:lvl4pPr>
            <a:lvl5pPr marL="1924685" indent="0">
              <a:buNone/>
              <a:defRPr sz="1685" b="1"/>
            </a:lvl5pPr>
            <a:lvl6pPr marL="2406015" indent="0">
              <a:buNone/>
              <a:defRPr sz="1685" b="1"/>
            </a:lvl6pPr>
            <a:lvl7pPr marL="2887345" indent="0">
              <a:buNone/>
              <a:defRPr sz="1685" b="1"/>
            </a:lvl7pPr>
            <a:lvl8pPr marL="3368675" indent="0">
              <a:buNone/>
              <a:defRPr sz="1685" b="1"/>
            </a:lvl8pPr>
            <a:lvl9pPr marL="3849370" indent="0">
              <a:buNone/>
              <a:defRPr sz="168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24900" y="2636707"/>
            <a:ext cx="4723585" cy="38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322" y="481224"/>
            <a:ext cx="3583559" cy="1684285"/>
          </a:xfrm>
        </p:spPr>
        <p:txBody>
          <a:bodyPr anchor="b"/>
          <a:lstStyle>
            <a:lvl1pPr>
              <a:defRPr sz="33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585" y="1039312"/>
            <a:ext cx="5624900" cy="5129716"/>
          </a:xfrm>
        </p:spPr>
        <p:txBody>
          <a:bodyPr/>
          <a:lstStyle>
            <a:lvl1pPr>
              <a:defRPr sz="3370"/>
            </a:lvl1pPr>
            <a:lvl2pPr>
              <a:defRPr sz="2945"/>
            </a:lvl2pPr>
            <a:lvl3pPr>
              <a:defRPr sz="2525"/>
            </a:lvl3pPr>
            <a:lvl4pPr>
              <a:defRPr sz="2105"/>
            </a:lvl4pPr>
            <a:lvl5pPr>
              <a:defRPr sz="2105"/>
            </a:lvl5pPr>
            <a:lvl6pPr>
              <a:defRPr sz="2105"/>
            </a:lvl6pPr>
            <a:lvl7pPr>
              <a:defRPr sz="2105"/>
            </a:lvl7pPr>
            <a:lvl8pPr>
              <a:defRPr sz="2105"/>
            </a:lvl8pPr>
            <a:lvl9pPr>
              <a:defRPr sz="21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322" y="2165509"/>
            <a:ext cx="3583559" cy="4011873"/>
          </a:xfrm>
        </p:spPr>
        <p:txBody>
          <a:bodyPr/>
          <a:lstStyle>
            <a:lvl1pPr marL="0" indent="0">
              <a:buNone/>
              <a:defRPr sz="1685"/>
            </a:lvl1pPr>
            <a:lvl2pPr marL="481330" indent="0">
              <a:buNone/>
              <a:defRPr sz="1475"/>
            </a:lvl2pPr>
            <a:lvl3pPr marL="962660" indent="0">
              <a:buNone/>
              <a:defRPr sz="1265"/>
            </a:lvl3pPr>
            <a:lvl4pPr marL="1443355" indent="0">
              <a:buNone/>
              <a:defRPr sz="1055"/>
            </a:lvl4pPr>
            <a:lvl5pPr marL="1924685" indent="0">
              <a:buNone/>
              <a:defRPr sz="1055"/>
            </a:lvl5pPr>
            <a:lvl6pPr marL="2406015" indent="0">
              <a:buNone/>
              <a:defRPr sz="1055"/>
            </a:lvl6pPr>
            <a:lvl7pPr marL="2887345" indent="0">
              <a:buNone/>
              <a:defRPr sz="1055"/>
            </a:lvl7pPr>
            <a:lvl8pPr marL="3368675" indent="0">
              <a:buNone/>
              <a:defRPr sz="1055"/>
            </a:lvl8pPr>
            <a:lvl9pPr marL="3849370" indent="0">
              <a:buNone/>
              <a:defRPr sz="10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322" y="481224"/>
            <a:ext cx="3583559" cy="1684285"/>
          </a:xfrm>
        </p:spPr>
        <p:txBody>
          <a:bodyPr anchor="b"/>
          <a:lstStyle>
            <a:lvl1pPr>
              <a:defRPr sz="337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3585" y="1039312"/>
            <a:ext cx="5624900" cy="5129716"/>
          </a:xfrm>
        </p:spPr>
        <p:txBody>
          <a:bodyPr anchor="t"/>
          <a:lstStyle>
            <a:lvl1pPr marL="0" indent="0">
              <a:buNone/>
              <a:defRPr sz="3370"/>
            </a:lvl1pPr>
            <a:lvl2pPr marL="481330" indent="0">
              <a:buNone/>
              <a:defRPr sz="2945"/>
            </a:lvl2pPr>
            <a:lvl3pPr marL="962660" indent="0">
              <a:buNone/>
              <a:defRPr sz="2525"/>
            </a:lvl3pPr>
            <a:lvl4pPr marL="1443355" indent="0">
              <a:buNone/>
              <a:defRPr sz="2105"/>
            </a:lvl4pPr>
            <a:lvl5pPr marL="1924685" indent="0">
              <a:buNone/>
              <a:defRPr sz="2105"/>
            </a:lvl5pPr>
            <a:lvl6pPr marL="2406015" indent="0">
              <a:buNone/>
              <a:defRPr sz="2105"/>
            </a:lvl6pPr>
            <a:lvl7pPr marL="2887345" indent="0">
              <a:buNone/>
              <a:defRPr sz="2105"/>
            </a:lvl7pPr>
            <a:lvl8pPr marL="3368675" indent="0">
              <a:buNone/>
              <a:defRPr sz="2105"/>
            </a:lvl8pPr>
            <a:lvl9pPr marL="3849370" indent="0">
              <a:buNone/>
              <a:defRPr sz="210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5322" y="2165509"/>
            <a:ext cx="3583559" cy="4011873"/>
          </a:xfrm>
        </p:spPr>
        <p:txBody>
          <a:bodyPr/>
          <a:lstStyle>
            <a:lvl1pPr marL="0" indent="0">
              <a:buNone/>
              <a:defRPr sz="1685"/>
            </a:lvl1pPr>
            <a:lvl2pPr marL="481330" indent="0">
              <a:buNone/>
              <a:defRPr sz="1475"/>
            </a:lvl2pPr>
            <a:lvl3pPr marL="962660" indent="0">
              <a:buNone/>
              <a:defRPr sz="1265"/>
            </a:lvl3pPr>
            <a:lvl4pPr marL="1443355" indent="0">
              <a:buNone/>
              <a:defRPr sz="1055"/>
            </a:lvl4pPr>
            <a:lvl5pPr marL="1924685" indent="0">
              <a:buNone/>
              <a:defRPr sz="1055"/>
            </a:lvl5pPr>
            <a:lvl6pPr marL="2406015" indent="0">
              <a:buNone/>
              <a:defRPr sz="1055"/>
            </a:lvl6pPr>
            <a:lvl7pPr marL="2887345" indent="0">
              <a:buNone/>
              <a:defRPr sz="1055"/>
            </a:lvl7pPr>
            <a:lvl8pPr marL="3368675" indent="0">
              <a:buNone/>
              <a:defRPr sz="1055"/>
            </a:lvl8pPr>
            <a:lvl9pPr marL="3849370" indent="0">
              <a:buNone/>
              <a:defRPr sz="105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51248" y="384311"/>
            <a:ext cx="2395791" cy="611722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3876" y="384311"/>
            <a:ext cx="7048485" cy="61172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54455" y="1636922"/>
            <a:ext cx="4769051" cy="4850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787300" y="1636922"/>
            <a:ext cx="4763695" cy="4850134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54452" y="814673"/>
            <a:ext cx="9999822" cy="577090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092503" y="2614525"/>
            <a:ext cx="8930287" cy="107233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092503" y="3747486"/>
            <a:ext cx="8930287" cy="496381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3876" y="384312"/>
            <a:ext cx="9583162" cy="13952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876" y="1921555"/>
            <a:ext cx="9583162" cy="45799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3875" y="6690355"/>
            <a:ext cx="2499955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0490" y="6690355"/>
            <a:ext cx="3749933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7083" y="6690355"/>
            <a:ext cx="2499955" cy="3843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62660" rtl="0" eaLnBrk="1" latinLnBrk="0" hangingPunct="1">
        <a:lnSpc>
          <a:spcPct val="90000"/>
        </a:lnSpc>
        <a:spcBef>
          <a:spcPct val="0"/>
        </a:spcBef>
        <a:buNone/>
        <a:defRPr sz="46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665" indent="-240665" algn="l" defTabSz="962660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45" kern="1200">
          <a:solidFill>
            <a:schemeClr val="tx1"/>
          </a:solidFill>
          <a:latin typeface="+mn-lt"/>
          <a:ea typeface="+mn-ea"/>
          <a:cs typeface="+mn-cs"/>
        </a:defRPr>
      </a:lvl1pPr>
      <a:lvl2pPr marL="721995" indent="-240665" algn="l" defTabSz="9626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5" kern="1200">
          <a:solidFill>
            <a:schemeClr val="tx1"/>
          </a:solidFill>
          <a:latin typeface="+mn-lt"/>
          <a:ea typeface="+mn-ea"/>
          <a:cs typeface="+mn-cs"/>
        </a:defRPr>
      </a:lvl2pPr>
      <a:lvl3pPr marL="1203325" indent="-240665" algn="l" defTabSz="9626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3pPr>
      <a:lvl4pPr marL="1684020" indent="-240665" algn="l" defTabSz="9626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4pPr>
      <a:lvl5pPr marL="2165350" indent="-240665" algn="l" defTabSz="9626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5pPr>
      <a:lvl6pPr marL="2646680" indent="-240665" algn="l" defTabSz="9626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6pPr>
      <a:lvl7pPr marL="3128010" indent="-240665" algn="l" defTabSz="9626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7pPr>
      <a:lvl8pPr marL="3609340" indent="-240665" algn="l" defTabSz="9626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8pPr>
      <a:lvl9pPr marL="4090035" indent="-240665" algn="l" defTabSz="9626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2660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1pPr>
      <a:lvl2pPr marL="481330" algn="l" defTabSz="962660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2pPr>
      <a:lvl3pPr marL="962660" algn="l" defTabSz="962660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443355" algn="l" defTabSz="962660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4pPr>
      <a:lvl5pPr marL="1924685" algn="l" defTabSz="962660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5pPr>
      <a:lvl6pPr marL="2406015" algn="l" defTabSz="962660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6pPr>
      <a:lvl7pPr marL="2887345" algn="l" defTabSz="962660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7pPr>
      <a:lvl8pPr marL="3368675" algn="l" defTabSz="962660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8pPr>
      <a:lvl9pPr marL="3849370" algn="l" defTabSz="962660" rtl="0" eaLnBrk="1" latinLnBrk="0" hangingPunct="1">
        <a:defRPr sz="18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8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/>
          <p:nvPr/>
        </p:nvSpPr>
        <p:spPr>
          <a:xfrm>
            <a:off x="679097" y="3755231"/>
            <a:ext cx="2052994" cy="2710178"/>
          </a:xfrm>
          <a:prstGeom prst="roundRect">
            <a:avLst/>
          </a:prstGeom>
          <a:solidFill>
            <a:srgbClr val="EFF9EF"/>
          </a:solidFill>
          <a:ln w="28575">
            <a:solidFill>
              <a:srgbClr val="237B3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679100" y="283947"/>
            <a:ext cx="2052993" cy="2961640"/>
          </a:xfrm>
          <a:prstGeom prst="roundRect">
            <a:avLst/>
          </a:prstGeom>
          <a:solidFill>
            <a:srgbClr val="F2F7FD"/>
          </a:solidFill>
          <a:ln w="28575">
            <a:solidFill>
              <a:schemeClr val="accent1">
                <a:lumMod val="75000"/>
                <a:alpha val="94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048039" y="283951"/>
            <a:ext cx="2043430" cy="6182099"/>
          </a:xfrm>
          <a:prstGeom prst="roundRect">
            <a:avLst/>
          </a:prstGeom>
          <a:solidFill>
            <a:srgbClr val="FDF3E8"/>
          </a:solidFill>
          <a:ln w="28575">
            <a:solidFill>
              <a:srgbClr val="D55E0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5409409" y="283951"/>
            <a:ext cx="2165985" cy="6182099"/>
          </a:xfrm>
          <a:prstGeom prst="roundRect">
            <a:avLst/>
          </a:prstGeom>
          <a:solidFill>
            <a:srgbClr val="E6DDF8"/>
          </a:solidFill>
          <a:ln w="28575">
            <a:solidFill>
              <a:srgbClr val="4E268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7942419" y="279921"/>
            <a:ext cx="2334897" cy="6182098"/>
          </a:xfrm>
          <a:prstGeom prst="roundRect">
            <a:avLst/>
          </a:prstGeom>
          <a:solidFill>
            <a:srgbClr val="FDE8E8"/>
          </a:solidFill>
          <a:ln w="28575">
            <a:solidFill>
              <a:srgbClr val="D21C4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 w="19050">
                <a:solidFill>
                  <a:srgbClr val="CF2039"/>
                </a:solidFill>
              </a:ln>
            </a:endParaRPr>
          </a:p>
        </p:txBody>
      </p:sp>
      <p:sp>
        <p:nvSpPr>
          <p:cNvPr id="14" name="右箭头 13"/>
          <p:cNvSpPr/>
          <p:nvPr/>
        </p:nvSpPr>
        <p:spPr>
          <a:xfrm rot="5400000">
            <a:off x="1606393" y="3266026"/>
            <a:ext cx="230505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右箭头 14"/>
          <p:cNvSpPr/>
          <p:nvPr/>
        </p:nvSpPr>
        <p:spPr>
          <a:xfrm>
            <a:off x="2747909" y="4886669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1461418" y="105511"/>
            <a:ext cx="435801" cy="37338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2" name="椭圆 21"/>
          <p:cNvSpPr/>
          <p:nvPr/>
        </p:nvSpPr>
        <p:spPr>
          <a:xfrm>
            <a:off x="1508132" y="3531899"/>
            <a:ext cx="385445" cy="373380"/>
          </a:xfrm>
          <a:prstGeom prst="ellipse">
            <a:avLst/>
          </a:prstGeom>
          <a:solidFill>
            <a:srgbClr val="227A3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3" name="椭圆 22"/>
          <p:cNvSpPr/>
          <p:nvPr/>
        </p:nvSpPr>
        <p:spPr>
          <a:xfrm>
            <a:off x="3793212" y="105511"/>
            <a:ext cx="412750" cy="373380"/>
          </a:xfrm>
          <a:prstGeom prst="ellipse">
            <a:avLst/>
          </a:prstGeom>
          <a:solidFill>
            <a:srgbClr val="D3620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4" name="椭圆 23"/>
          <p:cNvSpPr/>
          <p:nvPr/>
        </p:nvSpPr>
        <p:spPr>
          <a:xfrm>
            <a:off x="6272972" y="111950"/>
            <a:ext cx="385445" cy="373380"/>
          </a:xfrm>
          <a:prstGeom prst="ellipse">
            <a:avLst/>
          </a:prstGeom>
          <a:solidFill>
            <a:srgbClr val="50288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6" name="椭圆 25"/>
          <p:cNvSpPr/>
          <p:nvPr/>
        </p:nvSpPr>
        <p:spPr>
          <a:xfrm>
            <a:off x="8840116" y="70448"/>
            <a:ext cx="419735" cy="373380"/>
          </a:xfrm>
          <a:prstGeom prst="ellipse">
            <a:avLst/>
          </a:prstGeom>
          <a:solidFill>
            <a:srgbClr val="CD1B3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7" name="圆角矩形 26"/>
          <p:cNvSpPr/>
          <p:nvPr/>
        </p:nvSpPr>
        <p:spPr>
          <a:xfrm>
            <a:off x="3230778" y="1944151"/>
            <a:ext cx="1711469" cy="1859990"/>
          </a:xfrm>
          <a:prstGeom prst="roundRect">
            <a:avLst/>
          </a:prstGeom>
          <a:solidFill>
            <a:srgbClr val="FCE6D2"/>
          </a:solidFill>
          <a:ln w="19050">
            <a:solidFill>
              <a:srgbClr val="F49E5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3388893" y="2585183"/>
            <a:ext cx="1381125" cy="855345"/>
          </a:xfrm>
          <a:prstGeom prst="roundRect">
            <a:avLst/>
          </a:prstGeom>
          <a:solidFill>
            <a:srgbClr val="FDF6F1"/>
          </a:solidFill>
          <a:ln>
            <a:solidFill>
              <a:srgbClr val="F49C69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圆角矩形 28"/>
          <p:cNvSpPr/>
          <p:nvPr/>
        </p:nvSpPr>
        <p:spPr>
          <a:xfrm>
            <a:off x="3257989" y="4157150"/>
            <a:ext cx="1688464" cy="1998345"/>
          </a:xfrm>
          <a:prstGeom prst="roundRect">
            <a:avLst/>
          </a:prstGeom>
          <a:solidFill>
            <a:srgbClr val="E6DDF8"/>
          </a:solidFill>
          <a:ln w="19050">
            <a:solidFill>
              <a:srgbClr val="8B6E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3413568" y="4842096"/>
            <a:ext cx="1381125" cy="855345"/>
          </a:xfrm>
          <a:prstGeom prst="roundRect">
            <a:avLst/>
          </a:prstGeom>
          <a:solidFill>
            <a:srgbClr val="F8F5FD"/>
          </a:solidFill>
          <a:ln>
            <a:solidFill>
              <a:srgbClr val="6444BB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圆角矩形 31"/>
          <p:cNvSpPr/>
          <p:nvPr/>
        </p:nvSpPr>
        <p:spPr>
          <a:xfrm>
            <a:off x="5514813" y="2769496"/>
            <a:ext cx="1968736" cy="3497799"/>
          </a:xfrm>
          <a:prstGeom prst="roundRect">
            <a:avLst>
              <a:gd name="adj" fmla="val 7864"/>
            </a:avLst>
          </a:prstGeom>
          <a:solidFill>
            <a:srgbClr val="E6DDF8"/>
          </a:solidFill>
          <a:ln w="19050">
            <a:solidFill>
              <a:srgbClr val="8B6E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5567958" y="2963895"/>
            <a:ext cx="896620" cy="478790"/>
          </a:xfrm>
          <a:prstGeom prst="roundRect">
            <a:avLst/>
          </a:prstGeom>
          <a:solidFill>
            <a:srgbClr val="E3F4EA"/>
          </a:solidFill>
          <a:ln w="19050">
            <a:solidFill>
              <a:srgbClr val="579F7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/>
          </a:p>
        </p:txBody>
      </p:sp>
      <p:sp>
        <p:nvSpPr>
          <p:cNvPr id="36" name="圆角矩形 35"/>
          <p:cNvSpPr/>
          <p:nvPr/>
        </p:nvSpPr>
        <p:spPr>
          <a:xfrm>
            <a:off x="6678341" y="3029609"/>
            <a:ext cx="703456" cy="261610"/>
          </a:xfrm>
          <a:prstGeom prst="roundRect">
            <a:avLst/>
          </a:prstGeom>
          <a:solidFill>
            <a:srgbClr val="E0F0EE"/>
          </a:solidFill>
          <a:ln w="19050">
            <a:solidFill>
              <a:srgbClr val="4A9A6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i="1">
                <a:solidFill>
                  <a:schemeClr val="tx1"/>
                </a:solidFill>
              </a:rPr>
              <a:t>E(q)</a:t>
            </a:r>
            <a:endParaRPr lang="en-US" altLang="zh-CN" sz="1200" b="1" i="1">
              <a:solidFill>
                <a:schemeClr val="tx1"/>
              </a:solidFill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555459" y="4055909"/>
            <a:ext cx="890905" cy="459431"/>
          </a:xfrm>
          <a:prstGeom prst="roundRect">
            <a:avLst/>
          </a:prstGeom>
          <a:solidFill>
            <a:srgbClr val="FDE9D9"/>
          </a:solidFill>
          <a:ln w="19050">
            <a:solidFill>
              <a:srgbClr val="E97C3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圆角矩形 37"/>
          <p:cNvSpPr/>
          <p:nvPr/>
        </p:nvSpPr>
        <p:spPr>
          <a:xfrm>
            <a:off x="5555455" y="5113712"/>
            <a:ext cx="918844" cy="466070"/>
          </a:xfrm>
          <a:prstGeom prst="roundRect">
            <a:avLst/>
          </a:prstGeom>
          <a:solidFill>
            <a:srgbClr val="ECE5FD"/>
          </a:solidFill>
          <a:ln w="19050">
            <a:solidFill>
              <a:srgbClr val="8062C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圆角矩形 38"/>
          <p:cNvSpPr/>
          <p:nvPr/>
        </p:nvSpPr>
        <p:spPr>
          <a:xfrm>
            <a:off x="6685121" y="4099145"/>
            <a:ext cx="680704" cy="280625"/>
          </a:xfrm>
          <a:prstGeom prst="roundRect">
            <a:avLst/>
          </a:prstGeom>
          <a:solidFill>
            <a:srgbClr val="FDE9DA"/>
          </a:solidFill>
          <a:ln w="19050">
            <a:solidFill>
              <a:srgbClr val="ED652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000" b="1" i="1">
              <a:solidFill>
                <a:schemeClr val="tx1"/>
              </a:solidFill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6678341" y="5191912"/>
            <a:ext cx="718820" cy="307777"/>
          </a:xfrm>
          <a:prstGeom prst="roundRect">
            <a:avLst/>
          </a:prstGeom>
          <a:solidFill>
            <a:srgbClr val="EEE6FD"/>
          </a:solidFill>
          <a:ln w="19050">
            <a:solidFill>
              <a:srgbClr val="9068D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8057172" y="3264043"/>
            <a:ext cx="2128172" cy="1806634"/>
          </a:xfrm>
          <a:prstGeom prst="roundRect">
            <a:avLst>
              <a:gd name="adj" fmla="val 9736"/>
            </a:avLst>
          </a:prstGeom>
          <a:solidFill>
            <a:srgbClr val="FEECEE"/>
          </a:solidFill>
          <a:ln>
            <a:solidFill>
              <a:srgbClr val="F5909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9187769" y="5488837"/>
            <a:ext cx="968420" cy="672590"/>
          </a:xfrm>
          <a:prstGeom prst="roundRect">
            <a:avLst/>
          </a:prstGeom>
          <a:solidFill>
            <a:srgbClr val="FCC9CA"/>
          </a:solidFill>
          <a:ln>
            <a:solidFill>
              <a:srgbClr val="E25B6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rgbClr val="FF0000"/>
                </a:solidFill>
              </a:rPr>
              <a:t>     Failed</a:t>
            </a:r>
            <a:endParaRPr lang="en-US" altLang="zh-CN" sz="1400" b="1">
              <a:solidFill>
                <a:srgbClr val="FF0000"/>
              </a:solidFill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</a:rPr>
              <a:t>Logical Bug Detected</a:t>
            </a:r>
            <a:endParaRPr lang="en-US" altLang="zh-CN" sz="1200">
              <a:solidFill>
                <a:schemeClr val="tx1"/>
              </a:solidFill>
            </a:endParaRPr>
          </a:p>
        </p:txBody>
      </p:sp>
      <p:sp>
        <p:nvSpPr>
          <p:cNvPr id="49" name="右箭头 48"/>
          <p:cNvSpPr/>
          <p:nvPr/>
        </p:nvSpPr>
        <p:spPr>
          <a:xfrm rot="5400000">
            <a:off x="8959368" y="2911718"/>
            <a:ext cx="300990" cy="253836"/>
          </a:xfrm>
          <a:prstGeom prst="rightArrow">
            <a:avLst>
              <a:gd name="adj1" fmla="val 50000"/>
              <a:gd name="adj2" fmla="val 50001"/>
            </a:avLst>
          </a:prstGeom>
          <a:solidFill>
            <a:srgbClr val="D41439"/>
          </a:solidFill>
          <a:ln>
            <a:solidFill>
              <a:srgbClr val="CE143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圆角矩形 51"/>
          <p:cNvSpPr/>
          <p:nvPr/>
        </p:nvSpPr>
        <p:spPr>
          <a:xfrm>
            <a:off x="8145469" y="3621346"/>
            <a:ext cx="1983891" cy="610570"/>
          </a:xfrm>
          <a:prstGeom prst="roundRect">
            <a:avLst/>
          </a:prstGeom>
          <a:solidFill>
            <a:srgbClr val="FDFAF4"/>
          </a:solidFill>
          <a:ln w="19050">
            <a:solidFill>
              <a:srgbClr val="CE5D3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圆角矩形 52"/>
          <p:cNvSpPr/>
          <p:nvPr/>
        </p:nvSpPr>
        <p:spPr>
          <a:xfrm>
            <a:off x="8145469" y="4356393"/>
            <a:ext cx="1983891" cy="567231"/>
          </a:xfrm>
          <a:prstGeom prst="roundRect">
            <a:avLst/>
          </a:prstGeom>
          <a:solidFill>
            <a:srgbClr val="FDF6F9"/>
          </a:solidFill>
          <a:ln w="19050">
            <a:solidFill>
              <a:srgbClr val="A8539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右箭头 57"/>
          <p:cNvSpPr/>
          <p:nvPr/>
        </p:nvSpPr>
        <p:spPr>
          <a:xfrm rot="5400000">
            <a:off x="6353017" y="2476863"/>
            <a:ext cx="283845" cy="181610"/>
          </a:xfrm>
          <a:prstGeom prst="rightArrow">
            <a:avLst/>
          </a:prstGeom>
          <a:solidFill>
            <a:srgbClr val="4E239B"/>
          </a:solidFill>
          <a:ln>
            <a:solidFill>
              <a:srgbClr val="471F8C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圆柱形 59"/>
          <p:cNvSpPr/>
          <p:nvPr/>
        </p:nvSpPr>
        <p:spPr>
          <a:xfrm>
            <a:off x="1142832" y="1343752"/>
            <a:ext cx="1157629" cy="614681"/>
          </a:xfrm>
          <a:prstGeom prst="can">
            <a:avLst/>
          </a:prstGeom>
          <a:solidFill>
            <a:srgbClr val="B3D3F6"/>
          </a:solidFill>
          <a:ln w="19050">
            <a:solidFill>
              <a:srgbClr val="0756B5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Round  S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200" i="1">
                <a:solidFill>
                  <a:schemeClr val="tx1"/>
                </a:solidFill>
              </a:rPr>
              <a:t>(Pre-state)</a:t>
            </a:r>
            <a:endParaRPr lang="en-US" altLang="zh-CN" sz="1200" i="1">
              <a:solidFill>
                <a:schemeClr val="tx1"/>
              </a:solidFill>
            </a:endParaRPr>
          </a:p>
        </p:txBody>
      </p:sp>
      <p:graphicFrame>
        <p:nvGraphicFramePr>
          <p:cNvPr id="62" name="表格 61"/>
          <p:cNvGraphicFramePr/>
          <p:nvPr>
            <p:custDataLst>
              <p:tags r:id="rId1"/>
            </p:custDataLst>
          </p:nvPr>
        </p:nvGraphicFramePr>
        <p:xfrm>
          <a:off x="1217052" y="2065646"/>
          <a:ext cx="1415054" cy="106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134"/>
                <a:gridCol w="699920"/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c1 (PK)</a:t>
                      </a:r>
                      <a:endParaRPr lang="en-US" altLang="zh-C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6E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c2</a:t>
                      </a:r>
                      <a:endParaRPr lang="en-US" altLang="zh-CN" sz="14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D7E7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1</a:t>
                      </a:r>
                      <a:endParaRPr lang="en-US" altLang="zh-CN" sz="1400">
                        <a:ln>
                          <a:noFill/>
                        </a:ln>
                      </a:endParaRPr>
                    </a:p>
                  </a:txBody>
                  <a:tcPr>
                    <a:solidFill>
                      <a:srgbClr val="F5F9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10</a:t>
                      </a:r>
                      <a:endParaRPr lang="en-US" altLang="zh-CN" sz="1400">
                        <a:ln>
                          <a:noFill/>
                        </a:ln>
                      </a:endParaRPr>
                    </a:p>
                  </a:txBody>
                  <a:tcPr>
                    <a:solidFill>
                      <a:srgbClr val="F7FA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2</a:t>
                      </a:r>
                      <a:endParaRPr lang="en-US" altLang="zh-CN" sz="1400">
                        <a:ln>
                          <a:noFill/>
                        </a:ln>
                      </a:endParaRPr>
                    </a:p>
                  </a:txBody>
                  <a:tcPr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400">
                          <a:ln>
                            <a:noFill/>
                          </a:ln>
                        </a:rPr>
                        <a:t>20</a:t>
                      </a:r>
                      <a:endParaRPr lang="en-US" altLang="zh-CN" sz="1400">
                        <a:ln>
                          <a:noFill/>
                        </a:ln>
                      </a:endParaRPr>
                    </a:p>
                  </a:txBody>
                  <a:tcPr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31" name="圆角矩形 30"/>
          <p:cNvSpPr/>
          <p:nvPr/>
        </p:nvSpPr>
        <p:spPr>
          <a:xfrm>
            <a:off x="904883" y="4910230"/>
            <a:ext cx="1645285" cy="1398187"/>
          </a:xfrm>
          <a:prstGeom prst="roundRect">
            <a:avLst>
              <a:gd name="adj" fmla="val 6908"/>
            </a:avLst>
          </a:prstGeom>
          <a:noFill/>
          <a:ln w="28575">
            <a:solidFill>
              <a:srgbClr val="75B27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5" name="表格 64"/>
          <p:cNvGraphicFramePr/>
          <p:nvPr>
            <p:custDataLst>
              <p:tags r:id="rId2"/>
            </p:custDataLst>
          </p:nvPr>
        </p:nvGraphicFramePr>
        <p:xfrm>
          <a:off x="750385" y="2068222"/>
          <a:ext cx="490632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632"/>
              </a:tblGrid>
              <a:tr h="3352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600"/>
                        <a:t>t1</a:t>
                      </a:r>
                      <a:endParaRPr lang="en-US" altLang="zh-CN" sz="1600"/>
                    </a:p>
                  </a:txBody>
                  <a:tcPr>
                    <a:solidFill>
                      <a:srgbClr val="045FB1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835803" y="436312"/>
            <a:ext cx="17716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Database </a:t>
            </a:r>
            <a:endParaRPr lang="en-US" altLang="zh-CN" b="1"/>
          </a:p>
          <a:p>
            <a:pPr algn="ctr"/>
            <a:r>
              <a:rPr lang="en-US" altLang="zh-CN" b="1"/>
              <a:t>Initialization</a:t>
            </a:r>
            <a:endParaRPr lang="en-US" altLang="zh-CN" b="1"/>
          </a:p>
        </p:txBody>
      </p:sp>
      <p:sp>
        <p:nvSpPr>
          <p:cNvPr id="5" name="文本框 4"/>
          <p:cNvSpPr txBox="1"/>
          <p:nvPr/>
        </p:nvSpPr>
        <p:spPr>
          <a:xfrm>
            <a:off x="619330" y="1051717"/>
            <a:ext cx="2182567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/>
              <a:t>Construct round state</a:t>
            </a:r>
            <a:endParaRPr lang="en-US" altLang="zh-CN" sz="1200" i="1"/>
          </a:p>
        </p:txBody>
      </p:sp>
      <p:sp>
        <p:nvSpPr>
          <p:cNvPr id="6" name="文本框 5"/>
          <p:cNvSpPr txBox="1"/>
          <p:nvPr/>
        </p:nvSpPr>
        <p:spPr>
          <a:xfrm>
            <a:off x="588922" y="3829968"/>
            <a:ext cx="2212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Original DML </a:t>
            </a:r>
            <a:endParaRPr lang="en-US" altLang="zh-CN" b="1"/>
          </a:p>
          <a:p>
            <a:pPr algn="ctr"/>
            <a:r>
              <a:rPr lang="en-US" altLang="zh-CN" b="1"/>
              <a:t>Generation</a:t>
            </a:r>
            <a:endParaRPr lang="en-US" altLang="zh-CN" b="1"/>
          </a:p>
        </p:txBody>
      </p:sp>
      <p:sp>
        <p:nvSpPr>
          <p:cNvPr id="2" name="文本框 1"/>
          <p:cNvSpPr txBox="1"/>
          <p:nvPr/>
        </p:nvSpPr>
        <p:spPr>
          <a:xfrm>
            <a:off x="778194" y="4360385"/>
            <a:ext cx="190881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200" i="1"/>
              <a:t>Produce executable</a:t>
            </a:r>
            <a:endParaRPr lang="en-US" altLang="zh-CN" sz="1200" i="1"/>
          </a:p>
          <a:p>
            <a:pPr algn="ctr">
              <a:lnSpc>
                <a:spcPct val="120000"/>
              </a:lnSpc>
            </a:pPr>
            <a:r>
              <a:rPr lang="en-US" altLang="zh-CN" sz="1200" i="1"/>
              <a:t> DML statements</a:t>
            </a:r>
            <a:endParaRPr lang="en-US" altLang="zh-CN" sz="1200" i="1"/>
          </a:p>
        </p:txBody>
      </p:sp>
      <p:sp>
        <p:nvSpPr>
          <p:cNvPr id="7" name="文本框 6"/>
          <p:cNvSpPr txBox="1"/>
          <p:nvPr/>
        </p:nvSpPr>
        <p:spPr>
          <a:xfrm>
            <a:off x="773431" y="4959417"/>
            <a:ext cx="18757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/>
              <a:t>Original Seed q</a:t>
            </a:r>
            <a:endParaRPr lang="en-US" altLang="zh-CN" sz="1600" b="1"/>
          </a:p>
        </p:txBody>
      </p:sp>
      <p:sp>
        <p:nvSpPr>
          <p:cNvPr id="20" name="文本框 19"/>
          <p:cNvSpPr txBox="1"/>
          <p:nvPr/>
        </p:nvSpPr>
        <p:spPr>
          <a:xfrm>
            <a:off x="2951836" y="478449"/>
            <a:ext cx="2235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Approximate DML</a:t>
            </a:r>
            <a:endParaRPr lang="en-US" altLang="zh-CN" b="1"/>
          </a:p>
          <a:p>
            <a:pPr algn="ctr"/>
            <a:r>
              <a:rPr lang="en-US" altLang="zh-CN" b="1"/>
              <a:t>Synthesis</a:t>
            </a:r>
            <a:endParaRPr lang="en-US" altLang="zh-CN" b="1"/>
          </a:p>
        </p:txBody>
      </p:sp>
      <p:sp>
        <p:nvSpPr>
          <p:cNvPr id="34" name="文本框 33"/>
          <p:cNvSpPr txBox="1"/>
          <p:nvPr/>
        </p:nvSpPr>
        <p:spPr>
          <a:xfrm>
            <a:off x="3173452" y="1086441"/>
            <a:ext cx="18669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/>
              <a:t>Mutate the seed to create approxiamate DML mutants</a:t>
            </a:r>
            <a:endParaRPr lang="en-US" altLang="zh-CN" sz="1200" i="1"/>
          </a:p>
        </p:txBody>
      </p:sp>
      <p:sp>
        <p:nvSpPr>
          <p:cNvPr id="35" name="文本框 34"/>
          <p:cNvSpPr txBox="1"/>
          <p:nvPr/>
        </p:nvSpPr>
        <p:spPr>
          <a:xfrm>
            <a:off x="3378839" y="1982484"/>
            <a:ext cx="1428708" cy="55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b="1"/>
              <a:t>Over-Approxiamate</a:t>
            </a:r>
            <a:endParaRPr lang="en-US" altLang="zh-CN" sz="1200" b="1"/>
          </a:p>
          <a:p>
            <a:pPr algn="ctr">
              <a:lnSpc>
                <a:spcPct val="120000"/>
              </a:lnSpc>
            </a:pPr>
            <a:r>
              <a:rPr lang="en-US" altLang="zh-CN" sz="1400" b="1" i="1">
                <a:solidFill>
                  <a:schemeClr val="accent2">
                    <a:lumMod val="75000"/>
                  </a:schemeClr>
                </a:solidFill>
              </a:rPr>
              <a:t>q_over</a:t>
            </a:r>
            <a:endParaRPr lang="en-US" altLang="zh-CN" sz="1400" b="1" i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337999" y="4230319"/>
            <a:ext cx="1525909" cy="555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 b="1"/>
              <a:t>Under-Approxiamate</a:t>
            </a:r>
            <a:endParaRPr lang="en-US" altLang="zh-CN" sz="1200" b="1"/>
          </a:p>
          <a:p>
            <a:pPr algn="ctr">
              <a:lnSpc>
                <a:spcPct val="120000"/>
              </a:lnSpc>
            </a:pPr>
            <a:r>
              <a:rPr lang="en-US" altLang="zh-CN" sz="1400" b="1" i="1">
                <a:solidFill>
                  <a:srgbClr val="7030A0"/>
                </a:solidFill>
              </a:rPr>
              <a:t>q_under</a:t>
            </a:r>
            <a:endParaRPr lang="en-US" altLang="zh-CN" sz="1400" b="1" i="1">
              <a:solidFill>
                <a:srgbClr val="7030A0"/>
              </a:solidFill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3288708" y="3467684"/>
            <a:ext cx="159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>
                <a:solidFill>
                  <a:schemeClr val="accent2">
                    <a:lumMod val="75000"/>
                  </a:schemeClr>
                </a:solidFill>
              </a:rPr>
              <a:t>(affects supersets)</a:t>
            </a:r>
            <a:endParaRPr lang="en-US" altLang="zh-CN" sz="1200" i="1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346893" y="5749725"/>
            <a:ext cx="15995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>
                <a:solidFill>
                  <a:srgbClr val="7030A0"/>
                </a:solidFill>
              </a:rPr>
              <a:t>(affects subsets)</a:t>
            </a:r>
            <a:endParaRPr lang="en-US" altLang="zh-CN" sz="1200" i="1">
              <a:solidFill>
                <a:srgbClr val="7030A0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3388888" y="2586770"/>
            <a:ext cx="138303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/>
              <a:t>UPDATE</a:t>
            </a:r>
            <a:r>
              <a:rPr lang="en-US" altLang="zh-CN" sz="1200"/>
              <a:t> t1</a:t>
            </a:r>
            <a:endParaRPr lang="en-US" altLang="zh-CN" sz="1200"/>
          </a:p>
          <a:p>
            <a:pPr>
              <a:lnSpc>
                <a:spcPct val="130000"/>
              </a:lnSpc>
            </a:pPr>
            <a:r>
              <a:rPr lang="en-US" altLang="zh-CN" sz="1200" b="1"/>
              <a:t>SET</a:t>
            </a:r>
            <a:r>
              <a:rPr lang="en-US" altLang="zh-CN" sz="1200"/>
              <a:t> c2 = c2 + 1</a:t>
            </a:r>
            <a:endParaRPr lang="en-US" altLang="zh-CN" sz="1200"/>
          </a:p>
          <a:p>
            <a:pPr>
              <a:lnSpc>
                <a:spcPct val="130000"/>
              </a:lnSpc>
            </a:pPr>
            <a:r>
              <a:rPr lang="en-US" altLang="zh-CN" sz="1200" b="1"/>
              <a:t>WHERE</a:t>
            </a:r>
            <a:r>
              <a:rPr lang="en-US" altLang="zh-CN" sz="1200"/>
              <a:t> c1 &gt;= 1;</a:t>
            </a:r>
            <a:endParaRPr lang="en-US" altLang="zh-CN" sz="1200"/>
          </a:p>
        </p:txBody>
      </p:sp>
      <p:sp>
        <p:nvSpPr>
          <p:cNvPr id="71" name="文本框 70"/>
          <p:cNvSpPr txBox="1"/>
          <p:nvPr/>
        </p:nvSpPr>
        <p:spPr>
          <a:xfrm>
            <a:off x="3482779" y="4852510"/>
            <a:ext cx="138303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/>
              <a:t>UPDATE</a:t>
            </a:r>
            <a:r>
              <a:rPr lang="en-US" altLang="zh-CN" sz="1200"/>
              <a:t> t1</a:t>
            </a:r>
            <a:endParaRPr lang="en-US" altLang="zh-CN" sz="1200"/>
          </a:p>
          <a:p>
            <a:pPr>
              <a:lnSpc>
                <a:spcPct val="130000"/>
              </a:lnSpc>
            </a:pPr>
            <a:r>
              <a:rPr lang="en-US" altLang="zh-CN" sz="1200" b="1"/>
              <a:t>SET</a:t>
            </a:r>
            <a:r>
              <a:rPr lang="en-US" altLang="zh-CN" sz="1200"/>
              <a:t> c2 = c2 + 1</a:t>
            </a:r>
            <a:endParaRPr lang="en-US" altLang="zh-CN" sz="1200"/>
          </a:p>
          <a:p>
            <a:pPr>
              <a:lnSpc>
                <a:spcPct val="130000"/>
              </a:lnSpc>
            </a:pPr>
            <a:r>
              <a:rPr lang="en-US" altLang="zh-CN" sz="1200" b="1"/>
              <a:t>WHERE</a:t>
            </a:r>
            <a:r>
              <a:rPr lang="en-US" altLang="zh-CN" sz="1200"/>
              <a:t> FALSE;</a:t>
            </a:r>
            <a:endParaRPr lang="en-US" altLang="zh-CN" sz="1200"/>
          </a:p>
        </p:txBody>
      </p:sp>
      <p:sp>
        <p:nvSpPr>
          <p:cNvPr id="72" name="文本框 71"/>
          <p:cNvSpPr txBox="1"/>
          <p:nvPr/>
        </p:nvSpPr>
        <p:spPr>
          <a:xfrm>
            <a:off x="5542121" y="453856"/>
            <a:ext cx="1889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Differential State</a:t>
            </a:r>
            <a:endParaRPr lang="en-US" altLang="zh-CN" b="1"/>
          </a:p>
          <a:p>
            <a:pPr algn="ctr"/>
            <a:r>
              <a:rPr lang="en-US" altLang="zh-CN" b="1"/>
              <a:t>Execution</a:t>
            </a:r>
            <a:endParaRPr lang="en-US" altLang="zh-CN" b="1"/>
          </a:p>
        </p:txBody>
      </p:sp>
      <p:sp>
        <p:nvSpPr>
          <p:cNvPr id="73" name="文本框 72"/>
          <p:cNvSpPr txBox="1"/>
          <p:nvPr/>
        </p:nvSpPr>
        <p:spPr>
          <a:xfrm>
            <a:off x="5582440" y="1035397"/>
            <a:ext cx="1824990" cy="691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200" i="1"/>
              <a:t>Execute each statement</a:t>
            </a:r>
            <a:endParaRPr lang="en-US" altLang="zh-CN" sz="1200" i="1"/>
          </a:p>
          <a:p>
            <a:pPr algn="ctr">
              <a:lnSpc>
                <a:spcPct val="110000"/>
              </a:lnSpc>
            </a:pPr>
            <a:r>
              <a:rPr lang="en-US" altLang="zh-CN" sz="1200" i="1"/>
              <a:t>from the same state S and extract state effects</a:t>
            </a:r>
            <a:endParaRPr lang="en-US" altLang="zh-CN" sz="1200" i="1"/>
          </a:p>
        </p:txBody>
      </p:sp>
      <p:sp>
        <p:nvSpPr>
          <p:cNvPr id="78" name="圆柱形 77"/>
          <p:cNvSpPr/>
          <p:nvPr/>
        </p:nvSpPr>
        <p:spPr>
          <a:xfrm>
            <a:off x="5738968" y="1808594"/>
            <a:ext cx="445770" cy="328930"/>
          </a:xfrm>
          <a:prstGeom prst="can">
            <a:avLst>
              <a:gd name="adj" fmla="val 32818"/>
            </a:avLst>
          </a:prstGeom>
          <a:solidFill>
            <a:srgbClr val="E6DDF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圆柱形 80"/>
          <p:cNvSpPr/>
          <p:nvPr/>
        </p:nvSpPr>
        <p:spPr>
          <a:xfrm>
            <a:off x="5738968" y="1971789"/>
            <a:ext cx="445770" cy="328930"/>
          </a:xfrm>
          <a:prstGeom prst="can">
            <a:avLst>
              <a:gd name="adj" fmla="val 35521"/>
            </a:avLst>
          </a:prstGeom>
          <a:solidFill>
            <a:srgbClr val="E6DDF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圆柱形 81"/>
          <p:cNvSpPr/>
          <p:nvPr/>
        </p:nvSpPr>
        <p:spPr>
          <a:xfrm>
            <a:off x="5738968" y="2146414"/>
            <a:ext cx="445770" cy="245110"/>
          </a:xfrm>
          <a:prstGeom prst="can">
            <a:avLst>
              <a:gd name="adj" fmla="val 43963"/>
            </a:avLst>
          </a:prstGeom>
          <a:solidFill>
            <a:srgbClr val="E6DDF8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/>
        </p:nvSpPr>
        <p:spPr>
          <a:xfrm>
            <a:off x="6216969" y="1794983"/>
            <a:ext cx="1161415" cy="5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b="1"/>
              <a:t>Pre-state S</a:t>
            </a:r>
            <a:endParaRPr lang="en-US" altLang="zh-CN" sz="1400" b="1"/>
          </a:p>
          <a:p>
            <a:pPr algn="ctr">
              <a:lnSpc>
                <a:spcPct val="120000"/>
              </a:lnSpc>
            </a:pPr>
            <a:r>
              <a:rPr lang="en-US" altLang="zh-CN" sz="1200" i="1"/>
              <a:t>(Snapshot)</a:t>
            </a:r>
            <a:endParaRPr lang="en-US" altLang="zh-CN" sz="1200" i="1"/>
          </a:p>
        </p:txBody>
      </p:sp>
      <p:sp>
        <p:nvSpPr>
          <p:cNvPr id="84" name="文本框 83"/>
          <p:cNvSpPr txBox="1"/>
          <p:nvPr/>
        </p:nvSpPr>
        <p:spPr>
          <a:xfrm>
            <a:off x="5534821" y="2926276"/>
            <a:ext cx="960119" cy="505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100" b="1"/>
              <a:t>Execute </a:t>
            </a:r>
            <a:r>
              <a:rPr lang="en-US" altLang="zh-CN" sz="1100" b="1" i="1"/>
              <a:t>q</a:t>
            </a:r>
            <a:endParaRPr lang="en-US" altLang="zh-CN" sz="1100" b="1"/>
          </a:p>
          <a:p>
            <a:pPr algn="ctr">
              <a:lnSpc>
                <a:spcPct val="130000"/>
              </a:lnSpc>
            </a:pPr>
            <a:r>
              <a:rPr lang="en-US" altLang="zh-CN" sz="1050"/>
              <a:t>UPDATE t1 ...</a:t>
            </a:r>
            <a:endParaRPr lang="en-US" altLang="zh-CN" sz="1050"/>
          </a:p>
        </p:txBody>
      </p:sp>
      <p:sp>
        <p:nvSpPr>
          <p:cNvPr id="85" name="文本框 84"/>
          <p:cNvSpPr txBox="1"/>
          <p:nvPr/>
        </p:nvSpPr>
        <p:spPr>
          <a:xfrm>
            <a:off x="6666063" y="4071993"/>
            <a:ext cx="7188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>
                <a:solidFill>
                  <a:schemeClr val="accent2">
                    <a:lumMod val="75000"/>
                  </a:schemeClr>
                </a:solidFill>
                <a:sym typeface="+mn-ea"/>
              </a:rPr>
              <a:t>E(</a:t>
            </a:r>
            <a:r>
              <a:rPr lang="en-US" altLang="zh-CN" sz="1100" b="1" i="1">
                <a:solidFill>
                  <a:schemeClr val="accent2">
                    <a:lumMod val="75000"/>
                  </a:schemeClr>
                </a:solidFill>
                <a:sym typeface="+mn-ea"/>
              </a:rPr>
              <a:t>q_</a:t>
            </a:r>
            <a:r>
              <a:rPr lang="en-US" altLang="zh-CN" sz="1000" b="1" i="1">
                <a:solidFill>
                  <a:schemeClr val="accent2">
                    <a:lumMod val="75000"/>
                  </a:schemeClr>
                </a:solidFill>
                <a:sym typeface="+mn-ea"/>
              </a:rPr>
              <a:t>over</a:t>
            </a:r>
            <a:r>
              <a:rPr lang="en-US" altLang="zh-CN" sz="1400" b="1" i="1">
                <a:solidFill>
                  <a:schemeClr val="accent2">
                    <a:lumMod val="75000"/>
                  </a:schemeClr>
                </a:solidFill>
                <a:sym typeface="+mn-ea"/>
              </a:rPr>
              <a:t>)</a:t>
            </a:r>
            <a:endParaRPr lang="en-US" altLang="zh-CN" sz="1400" b="1" i="1">
              <a:solidFill>
                <a:schemeClr val="accent2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464653" y="4015915"/>
            <a:ext cx="1072515" cy="505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100" b="1"/>
              <a:t>Execute </a:t>
            </a:r>
            <a:r>
              <a:rPr lang="en-US" altLang="zh-CN" sz="1000" b="1" i="1">
                <a:solidFill>
                  <a:schemeClr val="accent2">
                    <a:lumMod val="75000"/>
                  </a:schemeClr>
                </a:solidFill>
              </a:rPr>
              <a:t>q_</a:t>
            </a:r>
            <a:r>
              <a:rPr lang="en-US" altLang="zh-CN" sz="800" b="1" i="1">
                <a:solidFill>
                  <a:schemeClr val="accent2">
                    <a:lumMod val="75000"/>
                  </a:schemeClr>
                </a:solidFill>
              </a:rPr>
              <a:t>over</a:t>
            </a:r>
            <a:endParaRPr lang="en-US" altLang="zh-CN" sz="1100" b="1"/>
          </a:p>
          <a:p>
            <a:pPr algn="ctr">
              <a:lnSpc>
                <a:spcPct val="130000"/>
              </a:lnSpc>
            </a:pPr>
            <a:r>
              <a:rPr lang="en-US" altLang="zh-CN" sz="1050"/>
              <a:t>UPDATE t1 ...</a:t>
            </a:r>
            <a:endParaRPr lang="en-US" altLang="zh-CN" sz="1050"/>
          </a:p>
        </p:txBody>
      </p:sp>
      <p:sp>
        <p:nvSpPr>
          <p:cNvPr id="87" name="文本框 86"/>
          <p:cNvSpPr txBox="1"/>
          <p:nvPr/>
        </p:nvSpPr>
        <p:spPr>
          <a:xfrm>
            <a:off x="6645906" y="5181064"/>
            <a:ext cx="804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i="1">
                <a:solidFill>
                  <a:srgbClr val="7030A0"/>
                </a:solidFill>
                <a:sym typeface="+mn-ea"/>
              </a:rPr>
              <a:t>E(</a:t>
            </a:r>
            <a:r>
              <a:rPr lang="en-US" altLang="zh-CN" sz="1100" b="1" i="1">
                <a:solidFill>
                  <a:srgbClr val="7030A0"/>
                </a:solidFill>
                <a:sym typeface="+mn-ea"/>
              </a:rPr>
              <a:t>q_</a:t>
            </a:r>
            <a:r>
              <a:rPr lang="en-US" altLang="zh-CN" sz="1000" b="1" i="1">
                <a:solidFill>
                  <a:srgbClr val="7030A0"/>
                </a:solidFill>
                <a:sym typeface="+mn-ea"/>
              </a:rPr>
              <a:t>under</a:t>
            </a:r>
            <a:r>
              <a:rPr lang="en-US" altLang="zh-CN" sz="1400" b="1" i="1">
                <a:solidFill>
                  <a:srgbClr val="7030A0"/>
                </a:solidFill>
                <a:sym typeface="+mn-ea"/>
              </a:rPr>
              <a:t>)</a:t>
            </a:r>
            <a:endParaRPr lang="en-US" altLang="zh-CN" sz="1400" b="1" i="1">
              <a:solidFill>
                <a:srgbClr val="7030A0"/>
              </a:solidFill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454808" y="5088953"/>
            <a:ext cx="1134110" cy="4152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en-US" altLang="zh-CN" sz="1100" b="1"/>
              <a:t>Execute </a:t>
            </a:r>
            <a:r>
              <a:rPr lang="en-US" altLang="zh-CN" sz="1000" b="1" i="1">
                <a:solidFill>
                  <a:srgbClr val="7030A0"/>
                </a:solidFill>
              </a:rPr>
              <a:t>q</a:t>
            </a:r>
            <a:r>
              <a:rPr lang="en-US" altLang="zh-CN" sz="800" b="1" i="1">
                <a:solidFill>
                  <a:srgbClr val="7030A0"/>
                </a:solidFill>
              </a:rPr>
              <a:t>_under</a:t>
            </a:r>
            <a:endParaRPr lang="en-US" altLang="zh-CN" sz="1100" b="1"/>
          </a:p>
          <a:p>
            <a:pPr algn="ctr">
              <a:lnSpc>
                <a:spcPct val="130000"/>
              </a:lnSpc>
            </a:pPr>
            <a:r>
              <a:rPr lang="en-US" altLang="zh-CN" sz="1050"/>
              <a:t>UPDATE t1 ...</a:t>
            </a:r>
            <a:endParaRPr lang="en-US" altLang="zh-CN" sz="1050"/>
          </a:p>
        </p:txBody>
      </p:sp>
      <p:sp>
        <p:nvSpPr>
          <p:cNvPr id="90" name="右箭头 89"/>
          <p:cNvSpPr/>
          <p:nvPr/>
        </p:nvSpPr>
        <p:spPr>
          <a:xfrm flipV="1">
            <a:off x="6480031" y="3108357"/>
            <a:ext cx="176002" cy="116035"/>
          </a:xfrm>
          <a:prstGeom prst="rightArrow">
            <a:avLst>
              <a:gd name="adj1" fmla="val 11666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6" name="组合 125"/>
          <p:cNvGrpSpPr/>
          <p:nvPr/>
        </p:nvGrpSpPr>
        <p:grpSpPr>
          <a:xfrm>
            <a:off x="5664443" y="3575626"/>
            <a:ext cx="261977" cy="244399"/>
            <a:chOff x="6383916" y="7865889"/>
            <a:chExt cx="261977" cy="244399"/>
          </a:xfrm>
        </p:grpSpPr>
        <p:sp>
          <p:nvSpPr>
            <p:cNvPr id="92" name="椭圆 91"/>
            <p:cNvSpPr/>
            <p:nvPr/>
          </p:nvSpPr>
          <p:spPr>
            <a:xfrm>
              <a:off x="6383916" y="7884673"/>
              <a:ext cx="261977" cy="225615"/>
            </a:xfrm>
            <a:prstGeom prst="ellipse">
              <a:avLst/>
            </a:prstGeom>
            <a:noFill/>
            <a:ln w="12700" cmpd="sng">
              <a:solidFill>
                <a:srgbClr val="7F62C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五角星 93"/>
            <p:cNvSpPr/>
            <p:nvPr/>
          </p:nvSpPr>
          <p:spPr>
            <a:xfrm>
              <a:off x="6553056" y="7865889"/>
              <a:ext cx="92837" cy="81074"/>
            </a:xfrm>
            <a:prstGeom prst="star5">
              <a:avLst>
                <a:gd name="adj" fmla="val 19686"/>
                <a:gd name="hf" fmla="val 105146"/>
                <a:gd name="vf" fmla="val 110557"/>
              </a:avLst>
            </a:prstGeom>
            <a:solidFill>
              <a:srgbClr val="7F62C3"/>
            </a:solidFill>
            <a:ln>
              <a:solidFill>
                <a:srgbClr val="7F62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5" name="文本框 94"/>
          <p:cNvSpPr txBox="1"/>
          <p:nvPr/>
        </p:nvSpPr>
        <p:spPr>
          <a:xfrm>
            <a:off x="5906612" y="3567017"/>
            <a:ext cx="13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/>
              <a:t>Rollback</a:t>
            </a:r>
            <a:r>
              <a:rPr lang="en-US" altLang="zh-CN" sz="1100"/>
              <a:t> /</a:t>
            </a:r>
            <a:r>
              <a:rPr lang="en-US" altLang="zh-CN" sz="1100" i="1"/>
              <a:t> Restore S</a:t>
            </a:r>
            <a:endParaRPr lang="en-US" altLang="zh-CN" sz="1100" i="1"/>
          </a:p>
        </p:txBody>
      </p:sp>
      <p:sp>
        <p:nvSpPr>
          <p:cNvPr id="123" name="文本框 122"/>
          <p:cNvSpPr txBox="1"/>
          <p:nvPr/>
        </p:nvSpPr>
        <p:spPr>
          <a:xfrm>
            <a:off x="7922739" y="446060"/>
            <a:ext cx="2426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Inclusion Relation </a:t>
            </a:r>
            <a:endParaRPr lang="en-US" altLang="zh-CN" b="1"/>
          </a:p>
          <a:p>
            <a:pPr algn="ctr"/>
            <a:r>
              <a:rPr lang="en-US" altLang="zh-CN" b="1"/>
              <a:t>Checking</a:t>
            </a:r>
            <a:endParaRPr lang="en-US" altLang="zh-CN" b="1"/>
          </a:p>
        </p:txBody>
      </p:sp>
      <p:sp>
        <p:nvSpPr>
          <p:cNvPr id="124" name="文本框 123"/>
          <p:cNvSpPr txBox="1"/>
          <p:nvPr/>
        </p:nvSpPr>
        <p:spPr>
          <a:xfrm>
            <a:off x="7732513" y="1051717"/>
            <a:ext cx="2777490" cy="496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1200" i="1"/>
              <a:t>Verify expected</a:t>
            </a:r>
            <a:endParaRPr lang="en-US" altLang="zh-CN" sz="1200" i="1"/>
          </a:p>
          <a:p>
            <a:pPr algn="ctr">
              <a:lnSpc>
                <a:spcPct val="110000"/>
              </a:lnSpc>
            </a:pPr>
            <a:r>
              <a:rPr lang="en-US" altLang="zh-CN" sz="1200" i="1"/>
              <a:t>subset/superset relations</a:t>
            </a:r>
            <a:endParaRPr lang="en-US" altLang="zh-CN" sz="1200" i="1"/>
          </a:p>
        </p:txBody>
      </p:sp>
      <p:sp>
        <p:nvSpPr>
          <p:cNvPr id="129" name="文本框 128"/>
          <p:cNvSpPr txBox="1"/>
          <p:nvPr/>
        </p:nvSpPr>
        <p:spPr>
          <a:xfrm>
            <a:off x="8019418" y="3295685"/>
            <a:ext cx="2136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/>
              <a:t>Check Results</a:t>
            </a:r>
            <a:endParaRPr lang="en-US" altLang="zh-CN" sz="1400" b="1"/>
          </a:p>
        </p:txBody>
      </p:sp>
      <p:sp>
        <p:nvSpPr>
          <p:cNvPr id="130" name="文本框 129"/>
          <p:cNvSpPr txBox="1"/>
          <p:nvPr/>
        </p:nvSpPr>
        <p:spPr>
          <a:xfrm>
            <a:off x="7893326" y="3893662"/>
            <a:ext cx="2153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E(q) ⊆ E(q_over) </a:t>
            </a:r>
            <a:r>
              <a:rPr lang="en-US" altLang="zh-CN" sz="1100" b="1" i="1">
                <a:solidFill>
                  <a:schemeClr val="accent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?</a:t>
            </a:r>
            <a:endParaRPr lang="en-US" altLang="zh-CN" sz="1100" b="1" i="1">
              <a:solidFill>
                <a:schemeClr val="accent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7915596" y="4642805"/>
            <a:ext cx="21539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i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E(q_under) ⊆ E(q) </a:t>
            </a:r>
            <a:r>
              <a:rPr lang="en-US" altLang="zh-CN" sz="1200" b="1" i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?</a:t>
            </a:r>
            <a:endParaRPr lang="en-US" altLang="zh-CN" sz="1200" b="1" i="1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9710696" y="3853122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solidFill>
                  <a:srgbClr val="00B050"/>
                </a:solidFill>
                <a:latin typeface="Segoe UI Emoji" panose="020B0502040204020203" charset="0"/>
                <a:ea typeface="微软雅黑" panose="020B0503020204020204" charset="-122"/>
                <a:sym typeface="+mn-ea"/>
              </a:rPr>
              <a:t>✔</a:t>
            </a:r>
            <a:endParaRPr lang="zh-CN" altLang="en-US"/>
          </a:p>
        </p:txBody>
      </p:sp>
      <p:sp>
        <p:nvSpPr>
          <p:cNvPr id="133" name="文本框 132"/>
          <p:cNvSpPr txBox="1"/>
          <p:nvPr/>
        </p:nvSpPr>
        <p:spPr>
          <a:xfrm>
            <a:off x="9750980" y="4612277"/>
            <a:ext cx="4114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rgbClr val="FF0000"/>
                </a:solidFill>
                <a:latin typeface="Segoe UI Emoji" panose="020B0502040204020203" charset="0"/>
              </a:rPr>
              <a:t>❌</a:t>
            </a:r>
            <a:endParaRPr lang="zh-CN" altLang="en-US" sz="1600">
              <a:solidFill>
                <a:srgbClr val="FF0000"/>
              </a:solidFill>
              <a:latin typeface="Segoe UI Emoji" panose="020B0502040204020203" charset="0"/>
            </a:endParaRPr>
          </a:p>
        </p:txBody>
      </p:sp>
      <p:cxnSp>
        <p:nvCxnSpPr>
          <p:cNvPr id="135" name="曲线连接符 134"/>
          <p:cNvCxnSpPr>
            <a:stCxn id="12" idx="2"/>
            <a:endCxn id="8" idx="2"/>
          </p:cNvCxnSpPr>
          <p:nvPr/>
        </p:nvCxnSpPr>
        <p:spPr>
          <a:xfrm rot="5400000">
            <a:off x="5406034" y="2761579"/>
            <a:ext cx="3390" cy="7404270"/>
          </a:xfrm>
          <a:prstGeom prst="curvedConnector3">
            <a:avLst>
              <a:gd name="adj1" fmla="val 6843363"/>
            </a:avLst>
          </a:prstGeom>
          <a:ln w="28575" cmpd="sng">
            <a:solidFill>
              <a:schemeClr val="accent1">
                <a:shade val="50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7" name="椭圆 136"/>
          <p:cNvSpPr/>
          <p:nvPr/>
        </p:nvSpPr>
        <p:spPr>
          <a:xfrm>
            <a:off x="5226595" y="6851411"/>
            <a:ext cx="234950" cy="22225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6" name="文本框 135"/>
          <p:cNvSpPr txBox="1"/>
          <p:nvPr/>
        </p:nvSpPr>
        <p:spPr>
          <a:xfrm>
            <a:off x="3968879" y="6772169"/>
            <a:ext cx="43554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/>
              <a:t>Back to   </a:t>
            </a:r>
            <a:r>
              <a:rPr lang="en-US" altLang="zh-CN" b="1">
                <a:solidFill>
                  <a:schemeClr val="bg1"/>
                </a:solidFill>
              </a:rPr>
              <a:t>2</a:t>
            </a:r>
            <a:r>
              <a:rPr lang="en-US" altLang="zh-CN" b="1">
                <a:solidFill>
                  <a:srgbClr val="92D050"/>
                </a:solidFill>
              </a:rPr>
              <a:t>  </a:t>
            </a:r>
            <a:r>
              <a:rPr lang="en-US" altLang="zh-CN" b="1"/>
              <a:t> for next seed and iterate</a:t>
            </a:r>
            <a:endParaRPr lang="en-US" altLang="zh-CN" b="1"/>
          </a:p>
        </p:txBody>
      </p:sp>
      <p:sp>
        <p:nvSpPr>
          <p:cNvPr id="61" name="圆角矩形 29"/>
          <p:cNvSpPr/>
          <p:nvPr/>
        </p:nvSpPr>
        <p:spPr>
          <a:xfrm>
            <a:off x="1020432" y="5349260"/>
            <a:ext cx="1381125" cy="855345"/>
          </a:xfrm>
          <a:prstGeom prst="roundRect">
            <a:avLst/>
          </a:prstGeom>
          <a:solidFill>
            <a:srgbClr val="F8F5FD"/>
          </a:solidFill>
          <a:ln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042674" y="5345176"/>
            <a:ext cx="1383030" cy="810260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b="1"/>
              <a:t>UPDATE</a:t>
            </a:r>
            <a:r>
              <a:rPr lang="en-US" altLang="zh-CN" sz="1200"/>
              <a:t> t1</a:t>
            </a:r>
            <a:endParaRPr lang="en-US" altLang="zh-CN" sz="1200"/>
          </a:p>
          <a:p>
            <a:pPr>
              <a:lnSpc>
                <a:spcPct val="130000"/>
              </a:lnSpc>
            </a:pPr>
            <a:r>
              <a:rPr lang="en-US" altLang="zh-CN" sz="1200" b="1"/>
              <a:t>SET</a:t>
            </a:r>
            <a:r>
              <a:rPr lang="en-US" altLang="zh-CN" sz="1200"/>
              <a:t> c2 = c2 + 1</a:t>
            </a:r>
            <a:endParaRPr lang="en-US" altLang="zh-CN" sz="1200"/>
          </a:p>
          <a:p>
            <a:pPr>
              <a:lnSpc>
                <a:spcPct val="130000"/>
              </a:lnSpc>
            </a:pPr>
            <a:r>
              <a:rPr lang="en-US" altLang="zh-CN" sz="1200" b="1"/>
              <a:t>WHERE</a:t>
            </a:r>
            <a:r>
              <a:rPr lang="en-US" altLang="zh-CN" sz="1200"/>
              <a:t> c1 &gt; 1;</a:t>
            </a:r>
            <a:endParaRPr lang="en-US" altLang="zh-CN" sz="1200"/>
          </a:p>
        </p:txBody>
      </p:sp>
      <p:sp>
        <p:nvSpPr>
          <p:cNvPr id="115" name="右箭头 14"/>
          <p:cNvSpPr/>
          <p:nvPr/>
        </p:nvSpPr>
        <p:spPr>
          <a:xfrm>
            <a:off x="5114230" y="3298987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右箭头 89"/>
          <p:cNvSpPr/>
          <p:nvPr/>
        </p:nvSpPr>
        <p:spPr>
          <a:xfrm flipV="1">
            <a:off x="6477414" y="4208237"/>
            <a:ext cx="176002" cy="116035"/>
          </a:xfrm>
          <a:prstGeom prst="rightArrow">
            <a:avLst>
              <a:gd name="adj1" fmla="val 11666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9" name="组合 138"/>
          <p:cNvGrpSpPr/>
          <p:nvPr/>
        </p:nvGrpSpPr>
        <p:grpSpPr>
          <a:xfrm>
            <a:off x="5670908" y="4693638"/>
            <a:ext cx="261977" cy="244399"/>
            <a:chOff x="6383916" y="7865889"/>
            <a:chExt cx="261977" cy="244399"/>
          </a:xfrm>
        </p:grpSpPr>
        <p:sp>
          <p:nvSpPr>
            <p:cNvPr id="140" name="椭圆 139"/>
            <p:cNvSpPr/>
            <p:nvPr/>
          </p:nvSpPr>
          <p:spPr>
            <a:xfrm>
              <a:off x="6383916" y="7884673"/>
              <a:ext cx="261977" cy="225615"/>
            </a:xfrm>
            <a:prstGeom prst="ellipse">
              <a:avLst/>
            </a:prstGeom>
            <a:noFill/>
            <a:ln w="12700" cmpd="sng">
              <a:solidFill>
                <a:srgbClr val="7F62C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五角星 93"/>
            <p:cNvSpPr/>
            <p:nvPr/>
          </p:nvSpPr>
          <p:spPr>
            <a:xfrm>
              <a:off x="6553056" y="7865889"/>
              <a:ext cx="92837" cy="81074"/>
            </a:xfrm>
            <a:prstGeom prst="star5">
              <a:avLst>
                <a:gd name="adj" fmla="val 19686"/>
                <a:gd name="hf" fmla="val 105146"/>
                <a:gd name="vf" fmla="val 110557"/>
              </a:avLst>
            </a:prstGeom>
            <a:solidFill>
              <a:srgbClr val="7F62C3"/>
            </a:solidFill>
            <a:ln>
              <a:solidFill>
                <a:srgbClr val="7F62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2" name="文本框 141"/>
          <p:cNvSpPr txBox="1"/>
          <p:nvPr/>
        </p:nvSpPr>
        <p:spPr>
          <a:xfrm>
            <a:off x="5913077" y="4685029"/>
            <a:ext cx="13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/>
              <a:t>Rollback</a:t>
            </a:r>
            <a:r>
              <a:rPr lang="en-US" altLang="zh-CN" sz="1100"/>
              <a:t> /</a:t>
            </a:r>
            <a:r>
              <a:rPr lang="en-US" altLang="zh-CN" sz="1100" i="1"/>
              <a:t> Restore S</a:t>
            </a:r>
            <a:endParaRPr lang="en-US" altLang="zh-CN" sz="1100" i="1"/>
          </a:p>
        </p:txBody>
      </p:sp>
      <p:sp>
        <p:nvSpPr>
          <p:cNvPr id="143" name="右箭头 89"/>
          <p:cNvSpPr/>
          <p:nvPr/>
        </p:nvSpPr>
        <p:spPr>
          <a:xfrm flipV="1">
            <a:off x="6491338" y="5287546"/>
            <a:ext cx="176002" cy="116035"/>
          </a:xfrm>
          <a:prstGeom prst="rightArrow">
            <a:avLst>
              <a:gd name="adj1" fmla="val 11666"/>
              <a:gd name="adj2" fmla="val 50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4" name="组合 143"/>
          <p:cNvGrpSpPr/>
          <p:nvPr/>
        </p:nvGrpSpPr>
        <p:grpSpPr>
          <a:xfrm>
            <a:off x="5670908" y="5787432"/>
            <a:ext cx="261977" cy="244399"/>
            <a:chOff x="6383916" y="7865889"/>
            <a:chExt cx="261977" cy="244399"/>
          </a:xfrm>
        </p:grpSpPr>
        <p:sp>
          <p:nvSpPr>
            <p:cNvPr id="145" name="椭圆 144"/>
            <p:cNvSpPr/>
            <p:nvPr/>
          </p:nvSpPr>
          <p:spPr>
            <a:xfrm>
              <a:off x="6383916" y="7884673"/>
              <a:ext cx="261977" cy="225615"/>
            </a:xfrm>
            <a:prstGeom prst="ellipse">
              <a:avLst/>
            </a:prstGeom>
            <a:noFill/>
            <a:ln w="12700" cmpd="sng">
              <a:solidFill>
                <a:srgbClr val="7F62C3"/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五角星 93"/>
            <p:cNvSpPr/>
            <p:nvPr/>
          </p:nvSpPr>
          <p:spPr>
            <a:xfrm>
              <a:off x="6553056" y="7865889"/>
              <a:ext cx="92837" cy="81074"/>
            </a:xfrm>
            <a:prstGeom prst="star5">
              <a:avLst>
                <a:gd name="adj" fmla="val 19686"/>
                <a:gd name="hf" fmla="val 105146"/>
                <a:gd name="vf" fmla="val 110557"/>
              </a:avLst>
            </a:prstGeom>
            <a:solidFill>
              <a:srgbClr val="7F62C3"/>
            </a:solidFill>
            <a:ln>
              <a:solidFill>
                <a:srgbClr val="7F62C3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7" name="文本框 146"/>
          <p:cNvSpPr txBox="1"/>
          <p:nvPr/>
        </p:nvSpPr>
        <p:spPr>
          <a:xfrm>
            <a:off x="5913077" y="5778823"/>
            <a:ext cx="13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i="1"/>
              <a:t>Rollback</a:t>
            </a:r>
            <a:r>
              <a:rPr lang="en-US" altLang="zh-CN" sz="1100"/>
              <a:t> /</a:t>
            </a:r>
            <a:r>
              <a:rPr lang="en-US" altLang="zh-CN" sz="1100" i="1"/>
              <a:t> Restore S</a:t>
            </a:r>
            <a:endParaRPr lang="en-US" altLang="zh-CN" sz="1100" i="1"/>
          </a:p>
        </p:txBody>
      </p:sp>
      <p:sp>
        <p:nvSpPr>
          <p:cNvPr id="148" name="右箭头 14"/>
          <p:cNvSpPr/>
          <p:nvPr/>
        </p:nvSpPr>
        <p:spPr>
          <a:xfrm>
            <a:off x="7621745" y="3294474"/>
            <a:ext cx="300990" cy="2647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5" name="圆角矩形 55"/>
          <p:cNvSpPr/>
          <p:nvPr/>
        </p:nvSpPr>
        <p:spPr>
          <a:xfrm>
            <a:off x="8068632" y="1654542"/>
            <a:ext cx="2087561" cy="1172796"/>
          </a:xfrm>
          <a:prstGeom prst="round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4400"/>
          </a:p>
        </p:txBody>
      </p:sp>
      <p:sp>
        <p:nvSpPr>
          <p:cNvPr id="156" name="文本框 107"/>
          <p:cNvSpPr txBox="1"/>
          <p:nvPr/>
        </p:nvSpPr>
        <p:spPr>
          <a:xfrm>
            <a:off x="8469695" y="1726473"/>
            <a:ext cx="15567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/>
              <a:t>E(q) = { t1:2 }</a:t>
            </a:r>
            <a:endParaRPr lang="en-US" altLang="zh-CN" sz="1600"/>
          </a:p>
        </p:txBody>
      </p:sp>
      <p:sp>
        <p:nvSpPr>
          <p:cNvPr id="157" name="文本框 108"/>
          <p:cNvSpPr txBox="1"/>
          <p:nvPr/>
        </p:nvSpPr>
        <p:spPr>
          <a:xfrm>
            <a:off x="8111330" y="2049431"/>
            <a:ext cx="21281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>
                <a:solidFill>
                  <a:schemeClr val="accent2">
                    <a:lumMod val="75000"/>
                  </a:schemeClr>
                </a:solidFill>
              </a:rPr>
              <a:t>E(q_over)</a:t>
            </a:r>
            <a:r>
              <a:rPr lang="en-US" altLang="zh-CN" sz="1600"/>
              <a:t> = { t1:1, t1:2}</a:t>
            </a:r>
            <a:endParaRPr lang="en-US" altLang="zh-CN" sz="1600"/>
          </a:p>
        </p:txBody>
      </p:sp>
      <p:sp>
        <p:nvSpPr>
          <p:cNvPr id="158" name="文本框 109"/>
          <p:cNvSpPr txBox="1"/>
          <p:nvPr/>
        </p:nvSpPr>
        <p:spPr>
          <a:xfrm>
            <a:off x="8092402" y="2388897"/>
            <a:ext cx="233489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600">
                <a:solidFill>
                  <a:srgbClr val="7030A0"/>
                </a:solidFill>
              </a:rPr>
              <a:t>E(q_under)</a:t>
            </a:r>
            <a:r>
              <a:rPr lang="en-US" altLang="zh-CN" sz="1600"/>
              <a:t> = { t1:1 }</a:t>
            </a:r>
            <a:endParaRPr lang="en-US" altLang="zh-CN" sz="1600"/>
          </a:p>
        </p:txBody>
      </p:sp>
      <p:sp>
        <p:nvSpPr>
          <p:cNvPr id="163" name="文本框 162"/>
          <p:cNvSpPr txBox="1"/>
          <p:nvPr/>
        </p:nvSpPr>
        <p:spPr>
          <a:xfrm>
            <a:off x="8285968" y="3632204"/>
            <a:ext cx="1635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/>
              <a:t>Over-approximation</a:t>
            </a:r>
            <a:endParaRPr lang="en-US" altLang="zh-CN" sz="1200" i="1"/>
          </a:p>
        </p:txBody>
      </p:sp>
      <p:sp>
        <p:nvSpPr>
          <p:cNvPr id="164" name="文本框 163"/>
          <p:cNvSpPr txBox="1"/>
          <p:nvPr/>
        </p:nvSpPr>
        <p:spPr>
          <a:xfrm>
            <a:off x="8336310" y="4343039"/>
            <a:ext cx="16355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i="1"/>
              <a:t>Under-approximation</a:t>
            </a:r>
            <a:endParaRPr lang="en-US" altLang="zh-CN" sz="1200" i="1"/>
          </a:p>
        </p:txBody>
      </p:sp>
      <p:sp>
        <p:nvSpPr>
          <p:cNvPr id="165" name="右中括号 164"/>
          <p:cNvSpPr/>
          <p:nvPr/>
        </p:nvSpPr>
        <p:spPr>
          <a:xfrm rot="16200000">
            <a:off x="9022459" y="4635542"/>
            <a:ext cx="125058" cy="1357465"/>
          </a:xfrm>
          <a:prstGeom prst="righ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7" name="圆角矩形 47"/>
          <p:cNvSpPr/>
          <p:nvPr/>
        </p:nvSpPr>
        <p:spPr>
          <a:xfrm>
            <a:off x="8059069" y="5480497"/>
            <a:ext cx="968420" cy="68741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</a:rPr>
              <a:t>     PASS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</a:rPr>
              <a:t>Relation Holds</a:t>
            </a:r>
            <a:endParaRPr lang="en-US" altLang="zh-CN" sz="1200">
              <a:solidFill>
                <a:schemeClr val="tx1"/>
              </a:solidFill>
            </a:endParaRPr>
          </a:p>
        </p:txBody>
      </p:sp>
      <p:cxnSp>
        <p:nvCxnSpPr>
          <p:cNvPr id="171" name="直接连接符 170"/>
          <p:cNvCxnSpPr>
            <a:endCxn id="165" idx="2"/>
          </p:cNvCxnSpPr>
          <p:nvPr/>
        </p:nvCxnSpPr>
        <p:spPr>
          <a:xfrm>
            <a:off x="9084989" y="5101209"/>
            <a:ext cx="0" cy="15053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图片 17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362" y="5512122"/>
            <a:ext cx="237607" cy="237607"/>
          </a:xfrm>
          <a:prstGeom prst="rect">
            <a:avLst/>
          </a:prstGeom>
        </p:spPr>
      </p:pic>
      <p:pic>
        <p:nvPicPr>
          <p:cNvPr id="178" name="图片 17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259847" y="5511356"/>
            <a:ext cx="254992" cy="254992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TABLE_ENDDRAG_ORIGIN_RECT" val="76*84"/>
  <p:tag name="TABLE_ENDDRAG_RECT" val="51*170*76*84"/>
</p:tagLst>
</file>

<file path=ppt/tags/tag17.xml><?xml version="1.0" encoding="utf-8"?>
<p:tagLst xmlns:p="http://schemas.openxmlformats.org/presentationml/2006/main">
  <p:tag name="TABLE_ENDDRAG_ORIGIN_RECT" val="34*26"/>
  <p:tag name="TABLE_ENDDRAG_RECT" val="17*170*34*26"/>
</p:tagLst>
</file>

<file path=ppt/tags/tag1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1012</Words>
  <Application>WPS 演示</Application>
  <PresentationFormat>自定义</PresentationFormat>
  <Paragraphs>131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Segoe UI Emoji</vt:lpstr>
      <vt:lpstr>Calibri</vt:lpstr>
      <vt:lpstr>等线</vt:lpstr>
      <vt:lpstr>Arial Unicode MS</vt:lpstr>
      <vt:lpstr>等线 Light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马踏飞燕</cp:lastModifiedBy>
  <cp:revision>166</cp:revision>
  <dcterms:created xsi:type="dcterms:W3CDTF">2019-06-19T02:08:00Z</dcterms:created>
  <dcterms:modified xsi:type="dcterms:W3CDTF">2026-04-02T02:18:49Z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59A2D2289DF34AC88E3A08632F867D7B_11</vt:lpwstr>
  </property>
</Properties>
</file>