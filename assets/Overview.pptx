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08" r:id="rId1"/>
  </p:sldMasterIdLst>
  <p:sldIdLst>
    <p:sldId id="256" r:id="rId2"/>
  </p:sldIdLst>
  <p:sldSz cx="7870825" cy="94503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977" userDrawn="1">
          <p15:clr>
            <a:srgbClr val="A4A3A4"/>
          </p15:clr>
        </p15:guide>
        <p15:guide id="2" pos="247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2892" y="114"/>
      </p:cViewPr>
      <p:guideLst>
        <p:guide orient="horz" pos="2977"/>
        <p:guide pos="24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0312" y="1546627"/>
            <a:ext cx="6690201" cy="3290135"/>
          </a:xfrm>
        </p:spPr>
        <p:txBody>
          <a:bodyPr anchor="b"/>
          <a:lstStyle>
            <a:lvl1pPr algn="ctr">
              <a:defRPr sz="516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3853" y="4963642"/>
            <a:ext cx="5903119" cy="2281655"/>
          </a:xfrm>
        </p:spPr>
        <p:txBody>
          <a:bodyPr/>
          <a:lstStyle>
            <a:lvl1pPr marL="0" indent="0" algn="ctr">
              <a:buNone/>
              <a:defRPr sz="2066"/>
            </a:lvl1pPr>
            <a:lvl2pPr marL="393558" indent="0" algn="ctr">
              <a:buNone/>
              <a:defRPr sz="1722"/>
            </a:lvl2pPr>
            <a:lvl3pPr marL="787116" indent="0" algn="ctr">
              <a:buNone/>
              <a:defRPr sz="1549"/>
            </a:lvl3pPr>
            <a:lvl4pPr marL="1180673" indent="0" algn="ctr">
              <a:buNone/>
              <a:defRPr sz="1377"/>
            </a:lvl4pPr>
            <a:lvl5pPr marL="1574231" indent="0" algn="ctr">
              <a:buNone/>
              <a:defRPr sz="1377"/>
            </a:lvl5pPr>
            <a:lvl6pPr marL="1967789" indent="0" algn="ctr">
              <a:buNone/>
              <a:defRPr sz="1377"/>
            </a:lvl6pPr>
            <a:lvl7pPr marL="2361347" indent="0" algn="ctr">
              <a:buNone/>
              <a:defRPr sz="1377"/>
            </a:lvl7pPr>
            <a:lvl8pPr marL="2754904" indent="0" algn="ctr">
              <a:buNone/>
              <a:defRPr sz="1377"/>
            </a:lvl8pPr>
            <a:lvl9pPr marL="3148462" indent="0" algn="ctr">
              <a:buNone/>
              <a:defRPr sz="137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3543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5390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7020" y="2356037"/>
            <a:ext cx="6788587" cy="3931098"/>
          </a:xfrm>
        </p:spPr>
        <p:txBody>
          <a:bodyPr anchor="b"/>
          <a:lstStyle>
            <a:lvl1pPr>
              <a:defRPr sz="516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020" y="6324325"/>
            <a:ext cx="6788587" cy="2067272"/>
          </a:xfrm>
        </p:spPr>
        <p:txBody>
          <a:bodyPr/>
          <a:lstStyle>
            <a:lvl1pPr marL="0" indent="0">
              <a:buNone/>
              <a:defRPr sz="2066">
                <a:solidFill>
                  <a:schemeClr val="tx1"/>
                </a:solidFill>
              </a:defRPr>
            </a:lvl1pPr>
            <a:lvl2pPr marL="393558" indent="0">
              <a:buNone/>
              <a:defRPr sz="1722">
                <a:solidFill>
                  <a:schemeClr val="tx1">
                    <a:tint val="75000"/>
                  </a:schemeClr>
                </a:solidFill>
              </a:defRPr>
            </a:lvl2pPr>
            <a:lvl3pPr marL="78711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3pPr>
            <a:lvl4pPr marL="1180673" indent="0">
              <a:buNone/>
              <a:defRPr sz="1377">
                <a:solidFill>
                  <a:schemeClr val="tx1">
                    <a:tint val="75000"/>
                  </a:schemeClr>
                </a:solidFill>
              </a:defRPr>
            </a:lvl4pPr>
            <a:lvl5pPr marL="1574231" indent="0">
              <a:buNone/>
              <a:defRPr sz="1377">
                <a:solidFill>
                  <a:schemeClr val="tx1">
                    <a:tint val="75000"/>
                  </a:schemeClr>
                </a:solidFill>
              </a:defRPr>
            </a:lvl5pPr>
            <a:lvl6pPr marL="1967789" indent="0">
              <a:buNone/>
              <a:defRPr sz="1377">
                <a:solidFill>
                  <a:schemeClr val="tx1">
                    <a:tint val="75000"/>
                  </a:schemeClr>
                </a:solidFill>
              </a:defRPr>
            </a:lvl6pPr>
            <a:lvl7pPr marL="2361347" indent="0">
              <a:buNone/>
              <a:defRPr sz="1377">
                <a:solidFill>
                  <a:schemeClr val="tx1">
                    <a:tint val="75000"/>
                  </a:schemeClr>
                </a:solidFill>
              </a:defRPr>
            </a:lvl7pPr>
            <a:lvl8pPr marL="2754904" indent="0">
              <a:buNone/>
              <a:defRPr sz="1377">
                <a:solidFill>
                  <a:schemeClr val="tx1">
                    <a:tint val="75000"/>
                  </a:schemeClr>
                </a:solidFill>
              </a:defRPr>
            </a:lvl8pPr>
            <a:lvl9pPr marL="3148462" indent="0">
              <a:buNone/>
              <a:defRPr sz="137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7954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1119" y="2515728"/>
            <a:ext cx="3345101" cy="59961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84605" y="2515728"/>
            <a:ext cx="3345101" cy="59961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23542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144" y="503148"/>
            <a:ext cx="6788587" cy="182663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2145" y="2316659"/>
            <a:ext cx="3329727" cy="1135358"/>
          </a:xfrm>
        </p:spPr>
        <p:txBody>
          <a:bodyPr anchor="b"/>
          <a:lstStyle>
            <a:lvl1pPr marL="0" indent="0">
              <a:buNone/>
              <a:defRPr sz="2066" b="1"/>
            </a:lvl1pPr>
            <a:lvl2pPr marL="393558" indent="0">
              <a:buNone/>
              <a:defRPr sz="1722" b="1"/>
            </a:lvl2pPr>
            <a:lvl3pPr marL="787116" indent="0">
              <a:buNone/>
              <a:defRPr sz="1549" b="1"/>
            </a:lvl3pPr>
            <a:lvl4pPr marL="1180673" indent="0">
              <a:buNone/>
              <a:defRPr sz="1377" b="1"/>
            </a:lvl4pPr>
            <a:lvl5pPr marL="1574231" indent="0">
              <a:buNone/>
              <a:defRPr sz="1377" b="1"/>
            </a:lvl5pPr>
            <a:lvl6pPr marL="1967789" indent="0">
              <a:buNone/>
              <a:defRPr sz="1377" b="1"/>
            </a:lvl6pPr>
            <a:lvl7pPr marL="2361347" indent="0">
              <a:buNone/>
              <a:defRPr sz="1377" b="1"/>
            </a:lvl7pPr>
            <a:lvl8pPr marL="2754904" indent="0">
              <a:buNone/>
              <a:defRPr sz="1377" b="1"/>
            </a:lvl8pPr>
            <a:lvl9pPr marL="3148462" indent="0">
              <a:buNone/>
              <a:defRPr sz="137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2145" y="3452017"/>
            <a:ext cx="3329727" cy="507739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84605" y="2316659"/>
            <a:ext cx="3346126" cy="1135358"/>
          </a:xfrm>
        </p:spPr>
        <p:txBody>
          <a:bodyPr anchor="b"/>
          <a:lstStyle>
            <a:lvl1pPr marL="0" indent="0">
              <a:buNone/>
              <a:defRPr sz="2066" b="1"/>
            </a:lvl1pPr>
            <a:lvl2pPr marL="393558" indent="0">
              <a:buNone/>
              <a:defRPr sz="1722" b="1"/>
            </a:lvl2pPr>
            <a:lvl3pPr marL="787116" indent="0">
              <a:buNone/>
              <a:defRPr sz="1549" b="1"/>
            </a:lvl3pPr>
            <a:lvl4pPr marL="1180673" indent="0">
              <a:buNone/>
              <a:defRPr sz="1377" b="1"/>
            </a:lvl4pPr>
            <a:lvl5pPr marL="1574231" indent="0">
              <a:buNone/>
              <a:defRPr sz="1377" b="1"/>
            </a:lvl5pPr>
            <a:lvl6pPr marL="1967789" indent="0">
              <a:buNone/>
              <a:defRPr sz="1377" b="1"/>
            </a:lvl6pPr>
            <a:lvl7pPr marL="2361347" indent="0">
              <a:buNone/>
              <a:defRPr sz="1377" b="1"/>
            </a:lvl7pPr>
            <a:lvl8pPr marL="2754904" indent="0">
              <a:buNone/>
              <a:defRPr sz="1377" b="1"/>
            </a:lvl8pPr>
            <a:lvl9pPr marL="3148462" indent="0">
              <a:buNone/>
              <a:defRPr sz="137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84605" y="3452017"/>
            <a:ext cx="3346126" cy="507739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821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9257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0347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144" y="630026"/>
            <a:ext cx="2538546" cy="2205091"/>
          </a:xfrm>
        </p:spPr>
        <p:txBody>
          <a:bodyPr anchor="b"/>
          <a:lstStyle>
            <a:lvl1pPr>
              <a:defRPr sz="275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46126" y="1360683"/>
            <a:ext cx="3984605" cy="6715901"/>
          </a:xfrm>
        </p:spPr>
        <p:txBody>
          <a:bodyPr/>
          <a:lstStyle>
            <a:lvl1pPr>
              <a:defRPr sz="2755"/>
            </a:lvl1pPr>
            <a:lvl2pPr>
              <a:defRPr sz="2410"/>
            </a:lvl2pPr>
            <a:lvl3pPr>
              <a:defRPr sz="2066"/>
            </a:lvl3pPr>
            <a:lvl4pPr>
              <a:defRPr sz="1722"/>
            </a:lvl4pPr>
            <a:lvl5pPr>
              <a:defRPr sz="1722"/>
            </a:lvl5pPr>
            <a:lvl6pPr>
              <a:defRPr sz="1722"/>
            </a:lvl6pPr>
            <a:lvl7pPr>
              <a:defRPr sz="1722"/>
            </a:lvl7pPr>
            <a:lvl8pPr>
              <a:defRPr sz="1722"/>
            </a:lvl8pPr>
            <a:lvl9pPr>
              <a:defRPr sz="1722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144" y="2835116"/>
            <a:ext cx="2538546" cy="5252404"/>
          </a:xfrm>
        </p:spPr>
        <p:txBody>
          <a:bodyPr/>
          <a:lstStyle>
            <a:lvl1pPr marL="0" indent="0">
              <a:buNone/>
              <a:defRPr sz="1377"/>
            </a:lvl1pPr>
            <a:lvl2pPr marL="393558" indent="0">
              <a:buNone/>
              <a:defRPr sz="1205"/>
            </a:lvl2pPr>
            <a:lvl3pPr marL="787116" indent="0">
              <a:buNone/>
              <a:defRPr sz="1033"/>
            </a:lvl3pPr>
            <a:lvl4pPr marL="1180673" indent="0">
              <a:buNone/>
              <a:defRPr sz="861"/>
            </a:lvl4pPr>
            <a:lvl5pPr marL="1574231" indent="0">
              <a:buNone/>
              <a:defRPr sz="861"/>
            </a:lvl5pPr>
            <a:lvl6pPr marL="1967789" indent="0">
              <a:buNone/>
              <a:defRPr sz="861"/>
            </a:lvl6pPr>
            <a:lvl7pPr marL="2361347" indent="0">
              <a:buNone/>
              <a:defRPr sz="861"/>
            </a:lvl7pPr>
            <a:lvl8pPr marL="2754904" indent="0">
              <a:buNone/>
              <a:defRPr sz="861"/>
            </a:lvl8pPr>
            <a:lvl9pPr marL="3148462" indent="0">
              <a:buNone/>
              <a:defRPr sz="86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153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144" y="630026"/>
            <a:ext cx="2538546" cy="2205091"/>
          </a:xfrm>
        </p:spPr>
        <p:txBody>
          <a:bodyPr anchor="b"/>
          <a:lstStyle>
            <a:lvl1pPr>
              <a:defRPr sz="275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46126" y="1360683"/>
            <a:ext cx="3984605" cy="6715901"/>
          </a:xfrm>
        </p:spPr>
        <p:txBody>
          <a:bodyPr anchor="t"/>
          <a:lstStyle>
            <a:lvl1pPr marL="0" indent="0">
              <a:buNone/>
              <a:defRPr sz="2755"/>
            </a:lvl1pPr>
            <a:lvl2pPr marL="393558" indent="0">
              <a:buNone/>
              <a:defRPr sz="2410"/>
            </a:lvl2pPr>
            <a:lvl3pPr marL="787116" indent="0">
              <a:buNone/>
              <a:defRPr sz="2066"/>
            </a:lvl3pPr>
            <a:lvl4pPr marL="1180673" indent="0">
              <a:buNone/>
              <a:defRPr sz="1722"/>
            </a:lvl4pPr>
            <a:lvl5pPr marL="1574231" indent="0">
              <a:buNone/>
              <a:defRPr sz="1722"/>
            </a:lvl5pPr>
            <a:lvl6pPr marL="1967789" indent="0">
              <a:buNone/>
              <a:defRPr sz="1722"/>
            </a:lvl6pPr>
            <a:lvl7pPr marL="2361347" indent="0">
              <a:buNone/>
              <a:defRPr sz="1722"/>
            </a:lvl7pPr>
            <a:lvl8pPr marL="2754904" indent="0">
              <a:buNone/>
              <a:defRPr sz="1722"/>
            </a:lvl8pPr>
            <a:lvl9pPr marL="3148462" indent="0">
              <a:buNone/>
              <a:defRPr sz="1722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144" y="2835116"/>
            <a:ext cx="2538546" cy="5252404"/>
          </a:xfrm>
        </p:spPr>
        <p:txBody>
          <a:bodyPr/>
          <a:lstStyle>
            <a:lvl1pPr marL="0" indent="0">
              <a:buNone/>
              <a:defRPr sz="1377"/>
            </a:lvl1pPr>
            <a:lvl2pPr marL="393558" indent="0">
              <a:buNone/>
              <a:defRPr sz="1205"/>
            </a:lvl2pPr>
            <a:lvl3pPr marL="787116" indent="0">
              <a:buNone/>
              <a:defRPr sz="1033"/>
            </a:lvl3pPr>
            <a:lvl4pPr marL="1180673" indent="0">
              <a:buNone/>
              <a:defRPr sz="861"/>
            </a:lvl4pPr>
            <a:lvl5pPr marL="1574231" indent="0">
              <a:buNone/>
              <a:defRPr sz="861"/>
            </a:lvl5pPr>
            <a:lvl6pPr marL="1967789" indent="0">
              <a:buNone/>
              <a:defRPr sz="861"/>
            </a:lvl6pPr>
            <a:lvl7pPr marL="2361347" indent="0">
              <a:buNone/>
              <a:defRPr sz="861"/>
            </a:lvl7pPr>
            <a:lvl8pPr marL="2754904" indent="0">
              <a:buNone/>
              <a:defRPr sz="861"/>
            </a:lvl8pPr>
            <a:lvl9pPr marL="3148462" indent="0">
              <a:buNone/>
              <a:defRPr sz="86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6666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5101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632559" y="503146"/>
            <a:ext cx="1697147" cy="800876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1119" y="503146"/>
            <a:ext cx="4993055" cy="800876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3804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1119" y="503148"/>
            <a:ext cx="6788587" cy="18266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119" y="2515728"/>
            <a:ext cx="6788587" cy="59961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1119" y="8759112"/>
            <a:ext cx="1770936" cy="5031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2026/2/5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07211" y="8759112"/>
            <a:ext cx="2656403" cy="5031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58770" y="8759112"/>
            <a:ext cx="1770936" cy="5031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7211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787116" rtl="0" eaLnBrk="1" latinLnBrk="0" hangingPunct="1">
        <a:lnSpc>
          <a:spcPct val="90000"/>
        </a:lnSpc>
        <a:spcBef>
          <a:spcPct val="0"/>
        </a:spcBef>
        <a:buNone/>
        <a:defRPr sz="378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6779" indent="-196779" algn="l" defTabSz="787116" rtl="0" eaLnBrk="1" latinLnBrk="0" hangingPunct="1">
        <a:lnSpc>
          <a:spcPct val="90000"/>
        </a:lnSpc>
        <a:spcBef>
          <a:spcPts val="861"/>
        </a:spcBef>
        <a:buFont typeface="Arial" panose="020B0604020202020204" pitchFamily="34" charset="0"/>
        <a:buChar char="•"/>
        <a:defRPr sz="2410" kern="1200">
          <a:solidFill>
            <a:schemeClr val="tx1"/>
          </a:solidFill>
          <a:latin typeface="+mn-lt"/>
          <a:ea typeface="+mn-ea"/>
          <a:cs typeface="+mn-cs"/>
        </a:defRPr>
      </a:lvl1pPr>
      <a:lvl2pPr marL="590337" indent="-196779" algn="l" defTabSz="787116" rtl="0" eaLnBrk="1" latinLnBrk="0" hangingPunct="1">
        <a:lnSpc>
          <a:spcPct val="90000"/>
        </a:lnSpc>
        <a:spcBef>
          <a:spcPts val="430"/>
        </a:spcBef>
        <a:buFont typeface="Arial" panose="020B0604020202020204" pitchFamily="34" charset="0"/>
        <a:buChar char="•"/>
        <a:defRPr sz="2066" kern="1200">
          <a:solidFill>
            <a:schemeClr val="tx1"/>
          </a:solidFill>
          <a:latin typeface="+mn-lt"/>
          <a:ea typeface="+mn-ea"/>
          <a:cs typeface="+mn-cs"/>
        </a:defRPr>
      </a:lvl2pPr>
      <a:lvl3pPr marL="983894" indent="-196779" algn="l" defTabSz="787116" rtl="0" eaLnBrk="1" latinLnBrk="0" hangingPunct="1">
        <a:lnSpc>
          <a:spcPct val="90000"/>
        </a:lnSpc>
        <a:spcBef>
          <a:spcPts val="430"/>
        </a:spcBef>
        <a:buFont typeface="Arial" panose="020B0604020202020204" pitchFamily="34" charset="0"/>
        <a:buChar char="•"/>
        <a:defRPr sz="1722" kern="1200">
          <a:solidFill>
            <a:schemeClr val="tx1"/>
          </a:solidFill>
          <a:latin typeface="+mn-lt"/>
          <a:ea typeface="+mn-ea"/>
          <a:cs typeface="+mn-cs"/>
        </a:defRPr>
      </a:lvl3pPr>
      <a:lvl4pPr marL="1377452" indent="-196779" algn="l" defTabSz="787116" rtl="0" eaLnBrk="1" latinLnBrk="0" hangingPunct="1">
        <a:lnSpc>
          <a:spcPct val="90000"/>
        </a:lnSpc>
        <a:spcBef>
          <a:spcPts val="430"/>
        </a:spcBef>
        <a:buFont typeface="Arial" panose="020B0604020202020204" pitchFamily="34" charset="0"/>
        <a:buChar char="•"/>
        <a:defRPr sz="1549" kern="1200">
          <a:solidFill>
            <a:schemeClr val="tx1"/>
          </a:solidFill>
          <a:latin typeface="+mn-lt"/>
          <a:ea typeface="+mn-ea"/>
          <a:cs typeface="+mn-cs"/>
        </a:defRPr>
      </a:lvl4pPr>
      <a:lvl5pPr marL="1771010" indent="-196779" algn="l" defTabSz="787116" rtl="0" eaLnBrk="1" latinLnBrk="0" hangingPunct="1">
        <a:lnSpc>
          <a:spcPct val="90000"/>
        </a:lnSpc>
        <a:spcBef>
          <a:spcPts val="430"/>
        </a:spcBef>
        <a:buFont typeface="Arial" panose="020B0604020202020204" pitchFamily="34" charset="0"/>
        <a:buChar char="•"/>
        <a:defRPr sz="1549" kern="1200">
          <a:solidFill>
            <a:schemeClr val="tx1"/>
          </a:solidFill>
          <a:latin typeface="+mn-lt"/>
          <a:ea typeface="+mn-ea"/>
          <a:cs typeface="+mn-cs"/>
        </a:defRPr>
      </a:lvl5pPr>
      <a:lvl6pPr marL="2164568" indent="-196779" algn="l" defTabSz="787116" rtl="0" eaLnBrk="1" latinLnBrk="0" hangingPunct="1">
        <a:lnSpc>
          <a:spcPct val="90000"/>
        </a:lnSpc>
        <a:spcBef>
          <a:spcPts val="430"/>
        </a:spcBef>
        <a:buFont typeface="Arial" panose="020B0604020202020204" pitchFamily="34" charset="0"/>
        <a:buChar char="•"/>
        <a:defRPr sz="1549" kern="1200">
          <a:solidFill>
            <a:schemeClr val="tx1"/>
          </a:solidFill>
          <a:latin typeface="+mn-lt"/>
          <a:ea typeface="+mn-ea"/>
          <a:cs typeface="+mn-cs"/>
        </a:defRPr>
      </a:lvl6pPr>
      <a:lvl7pPr marL="2558125" indent="-196779" algn="l" defTabSz="787116" rtl="0" eaLnBrk="1" latinLnBrk="0" hangingPunct="1">
        <a:lnSpc>
          <a:spcPct val="90000"/>
        </a:lnSpc>
        <a:spcBef>
          <a:spcPts val="430"/>
        </a:spcBef>
        <a:buFont typeface="Arial" panose="020B0604020202020204" pitchFamily="34" charset="0"/>
        <a:buChar char="•"/>
        <a:defRPr sz="1549" kern="1200">
          <a:solidFill>
            <a:schemeClr val="tx1"/>
          </a:solidFill>
          <a:latin typeface="+mn-lt"/>
          <a:ea typeface="+mn-ea"/>
          <a:cs typeface="+mn-cs"/>
        </a:defRPr>
      </a:lvl7pPr>
      <a:lvl8pPr marL="2951683" indent="-196779" algn="l" defTabSz="787116" rtl="0" eaLnBrk="1" latinLnBrk="0" hangingPunct="1">
        <a:lnSpc>
          <a:spcPct val="90000"/>
        </a:lnSpc>
        <a:spcBef>
          <a:spcPts val="430"/>
        </a:spcBef>
        <a:buFont typeface="Arial" panose="020B0604020202020204" pitchFamily="34" charset="0"/>
        <a:buChar char="•"/>
        <a:defRPr sz="1549" kern="1200">
          <a:solidFill>
            <a:schemeClr val="tx1"/>
          </a:solidFill>
          <a:latin typeface="+mn-lt"/>
          <a:ea typeface="+mn-ea"/>
          <a:cs typeface="+mn-cs"/>
        </a:defRPr>
      </a:lvl8pPr>
      <a:lvl9pPr marL="3345241" indent="-196779" algn="l" defTabSz="787116" rtl="0" eaLnBrk="1" latinLnBrk="0" hangingPunct="1">
        <a:lnSpc>
          <a:spcPct val="90000"/>
        </a:lnSpc>
        <a:spcBef>
          <a:spcPts val="430"/>
        </a:spcBef>
        <a:buFont typeface="Arial" panose="020B0604020202020204" pitchFamily="34" charset="0"/>
        <a:buChar char="•"/>
        <a:defRPr sz="154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87116" rtl="0" eaLnBrk="1" latinLnBrk="0" hangingPunct="1">
        <a:defRPr sz="1549" kern="1200">
          <a:solidFill>
            <a:schemeClr val="tx1"/>
          </a:solidFill>
          <a:latin typeface="+mn-lt"/>
          <a:ea typeface="+mn-ea"/>
          <a:cs typeface="+mn-cs"/>
        </a:defRPr>
      </a:lvl1pPr>
      <a:lvl2pPr marL="393558" algn="l" defTabSz="787116" rtl="0" eaLnBrk="1" latinLnBrk="0" hangingPunct="1">
        <a:defRPr sz="1549" kern="1200">
          <a:solidFill>
            <a:schemeClr val="tx1"/>
          </a:solidFill>
          <a:latin typeface="+mn-lt"/>
          <a:ea typeface="+mn-ea"/>
          <a:cs typeface="+mn-cs"/>
        </a:defRPr>
      </a:lvl2pPr>
      <a:lvl3pPr marL="787116" algn="l" defTabSz="787116" rtl="0" eaLnBrk="1" latinLnBrk="0" hangingPunct="1">
        <a:defRPr sz="1549" kern="1200">
          <a:solidFill>
            <a:schemeClr val="tx1"/>
          </a:solidFill>
          <a:latin typeface="+mn-lt"/>
          <a:ea typeface="+mn-ea"/>
          <a:cs typeface="+mn-cs"/>
        </a:defRPr>
      </a:lvl3pPr>
      <a:lvl4pPr marL="1180673" algn="l" defTabSz="787116" rtl="0" eaLnBrk="1" latinLnBrk="0" hangingPunct="1">
        <a:defRPr sz="1549" kern="1200">
          <a:solidFill>
            <a:schemeClr val="tx1"/>
          </a:solidFill>
          <a:latin typeface="+mn-lt"/>
          <a:ea typeface="+mn-ea"/>
          <a:cs typeface="+mn-cs"/>
        </a:defRPr>
      </a:lvl4pPr>
      <a:lvl5pPr marL="1574231" algn="l" defTabSz="787116" rtl="0" eaLnBrk="1" latinLnBrk="0" hangingPunct="1">
        <a:defRPr sz="1549" kern="1200">
          <a:solidFill>
            <a:schemeClr val="tx1"/>
          </a:solidFill>
          <a:latin typeface="+mn-lt"/>
          <a:ea typeface="+mn-ea"/>
          <a:cs typeface="+mn-cs"/>
        </a:defRPr>
      </a:lvl5pPr>
      <a:lvl6pPr marL="1967789" algn="l" defTabSz="787116" rtl="0" eaLnBrk="1" latinLnBrk="0" hangingPunct="1">
        <a:defRPr sz="1549" kern="1200">
          <a:solidFill>
            <a:schemeClr val="tx1"/>
          </a:solidFill>
          <a:latin typeface="+mn-lt"/>
          <a:ea typeface="+mn-ea"/>
          <a:cs typeface="+mn-cs"/>
        </a:defRPr>
      </a:lvl6pPr>
      <a:lvl7pPr marL="2361347" algn="l" defTabSz="787116" rtl="0" eaLnBrk="1" latinLnBrk="0" hangingPunct="1">
        <a:defRPr sz="1549" kern="1200">
          <a:solidFill>
            <a:schemeClr val="tx1"/>
          </a:solidFill>
          <a:latin typeface="+mn-lt"/>
          <a:ea typeface="+mn-ea"/>
          <a:cs typeface="+mn-cs"/>
        </a:defRPr>
      </a:lvl7pPr>
      <a:lvl8pPr marL="2754904" algn="l" defTabSz="787116" rtl="0" eaLnBrk="1" latinLnBrk="0" hangingPunct="1">
        <a:defRPr sz="1549" kern="1200">
          <a:solidFill>
            <a:schemeClr val="tx1"/>
          </a:solidFill>
          <a:latin typeface="+mn-lt"/>
          <a:ea typeface="+mn-ea"/>
          <a:cs typeface="+mn-cs"/>
        </a:defRPr>
      </a:lvl8pPr>
      <a:lvl9pPr marL="3148462" algn="l" defTabSz="787116" rtl="0" eaLnBrk="1" latinLnBrk="0" hangingPunct="1">
        <a:defRPr sz="154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3F09B84-4419-3A4E-53A2-D460105A0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06" y="2918163"/>
            <a:ext cx="1342820" cy="134282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7DD6590-62C4-CD28-BD20-D879EE9564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836" y="364891"/>
            <a:ext cx="1263330" cy="126333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F351653F-13DA-A5CD-C95E-D493F182194E}"/>
              </a:ext>
            </a:extLst>
          </p:cNvPr>
          <p:cNvSpPr txBox="1"/>
          <p:nvPr/>
        </p:nvSpPr>
        <p:spPr>
          <a:xfrm>
            <a:off x="2539406" y="494919"/>
            <a:ext cx="22481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/>
              <a:t>Function Modeling</a:t>
            </a:r>
            <a:endParaRPr lang="zh-CN" altLang="en-US" sz="2000"/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8242883B-5491-197D-9A46-2300E163C52C}"/>
              </a:ext>
            </a:extLst>
          </p:cNvPr>
          <p:cNvSpPr/>
          <p:nvPr/>
        </p:nvSpPr>
        <p:spPr>
          <a:xfrm>
            <a:off x="2508015" y="956223"/>
            <a:ext cx="2309021" cy="171727"/>
          </a:xfrm>
          <a:prstGeom prst="rightArrow">
            <a:avLst>
              <a:gd name="adj1" fmla="val 50000"/>
              <a:gd name="adj2" fmla="val 154689"/>
            </a:avLst>
          </a:prstGeom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39495B7-61F5-D268-88A4-BBF3E49F11EF}"/>
              </a:ext>
            </a:extLst>
          </p:cNvPr>
          <p:cNvSpPr/>
          <p:nvPr/>
        </p:nvSpPr>
        <p:spPr>
          <a:xfrm>
            <a:off x="5132467" y="364895"/>
            <a:ext cx="1603599" cy="33549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/>
              <a:t>Signature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459EC70-8070-89ED-6541-4F180690731C}"/>
              </a:ext>
            </a:extLst>
          </p:cNvPr>
          <p:cNvSpPr/>
          <p:nvPr/>
        </p:nvSpPr>
        <p:spPr>
          <a:xfrm>
            <a:off x="5132467" y="830646"/>
            <a:ext cx="1603599" cy="33549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/>
              <a:t>Constraints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A2AE1B7-D736-6CE4-5888-D483CD4D2D52}"/>
              </a:ext>
            </a:extLst>
          </p:cNvPr>
          <p:cNvSpPr/>
          <p:nvPr/>
        </p:nvSpPr>
        <p:spPr>
          <a:xfrm>
            <a:off x="5132463" y="1299606"/>
            <a:ext cx="1610712" cy="33549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/>
              <a:t>Properties</a:t>
            </a:r>
            <a:endParaRPr lang="zh-CN" altLang="en-US" sz="2000"/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0A09B2BA-5A48-D5DD-DFFF-C33854C88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8163" y="2918163"/>
            <a:ext cx="1342820" cy="1342820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8551C24B-354F-9590-EBB6-52263250C01F}"/>
              </a:ext>
            </a:extLst>
          </p:cNvPr>
          <p:cNvSpPr txBox="1"/>
          <p:nvPr/>
        </p:nvSpPr>
        <p:spPr>
          <a:xfrm>
            <a:off x="489038" y="4423511"/>
            <a:ext cx="22481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/>
              <a:t>Original Query</a:t>
            </a:r>
            <a:endParaRPr lang="zh-CN" altLang="en-US" sz="20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AF3A8AA-24C4-ED5A-52E5-474C26000CAF}"/>
              </a:ext>
            </a:extLst>
          </p:cNvPr>
          <p:cNvSpPr txBox="1"/>
          <p:nvPr/>
        </p:nvSpPr>
        <p:spPr>
          <a:xfrm>
            <a:off x="5478804" y="4436972"/>
            <a:ext cx="18215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/>
              <a:t>Mutated Query</a:t>
            </a:r>
            <a:endParaRPr lang="zh-CN" altLang="en-US" sz="2000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AD4153AE-10EB-23E9-59BB-97C16E4B24C2}"/>
              </a:ext>
            </a:extLst>
          </p:cNvPr>
          <p:cNvSpPr/>
          <p:nvPr/>
        </p:nvSpPr>
        <p:spPr>
          <a:xfrm>
            <a:off x="489039" y="185444"/>
            <a:ext cx="6897378" cy="1657761"/>
          </a:xfrm>
          <a:prstGeom prst="roundRect">
            <a:avLst>
              <a:gd name="adj" fmla="val 9524"/>
            </a:avLst>
          </a:prstGeom>
          <a:noFill/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6A5E2B06-B327-4E3C-458C-C30EEED5BAF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5971" y="1987668"/>
            <a:ext cx="707204" cy="786035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12A44F31-37F5-D72C-3F9C-1493F6C8AD1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905921" y="1982675"/>
            <a:ext cx="707204" cy="786035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C9F2C33F-70DB-3484-6320-D799799DFF2C}"/>
              </a:ext>
            </a:extLst>
          </p:cNvPr>
          <p:cNvSpPr txBox="1"/>
          <p:nvPr/>
        </p:nvSpPr>
        <p:spPr>
          <a:xfrm>
            <a:off x="1613125" y="2019112"/>
            <a:ext cx="15679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/>
              <a:t>Rich-context Embedding</a:t>
            </a:r>
            <a:endParaRPr lang="zh-CN" altLang="en-US" sz="20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F948D17-CC11-1503-7881-18CC8E8F68AE}"/>
              </a:ext>
            </a:extLst>
          </p:cNvPr>
          <p:cNvSpPr txBox="1"/>
          <p:nvPr/>
        </p:nvSpPr>
        <p:spPr>
          <a:xfrm>
            <a:off x="5110944" y="2019112"/>
            <a:ext cx="103785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/>
              <a:t>Expose Bugs</a:t>
            </a:r>
            <a:endParaRPr lang="zh-CN" altLang="en-US" sz="2000"/>
          </a:p>
        </p:txBody>
      </p:sp>
      <p:sp>
        <p:nvSpPr>
          <p:cNvPr id="29" name="箭头: 左右 28">
            <a:extLst>
              <a:ext uri="{FF2B5EF4-FFF2-40B4-BE49-F238E27FC236}">
                <a16:creationId xmlns:a16="http://schemas.microsoft.com/office/drawing/2014/main" id="{398D8A85-F088-92E0-3865-5881E19CD822}"/>
              </a:ext>
            </a:extLst>
          </p:cNvPr>
          <p:cNvSpPr/>
          <p:nvPr/>
        </p:nvSpPr>
        <p:spPr>
          <a:xfrm>
            <a:off x="2011340" y="3223577"/>
            <a:ext cx="3659687" cy="229064"/>
          </a:xfrm>
          <a:prstGeom prst="leftRightArrow">
            <a:avLst>
              <a:gd name="adj1" fmla="val 27633"/>
              <a:gd name="adj2" fmla="val 99384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67C1928-1A0E-399A-706F-C70C708D0984}"/>
              </a:ext>
            </a:extLst>
          </p:cNvPr>
          <p:cNvSpPr txBox="1"/>
          <p:nvPr/>
        </p:nvSpPr>
        <p:spPr>
          <a:xfrm>
            <a:off x="2717092" y="2870734"/>
            <a:ext cx="22481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/>
              <a:t>Result Comparision</a:t>
            </a:r>
            <a:endParaRPr lang="zh-CN" altLang="en-US" sz="2000" b="1"/>
          </a:p>
        </p:txBody>
      </p:sp>
      <p:pic>
        <p:nvPicPr>
          <p:cNvPr id="31" name="图片 30">
            <a:extLst>
              <a:ext uri="{FF2B5EF4-FFF2-40B4-BE49-F238E27FC236}">
                <a16:creationId xmlns:a16="http://schemas.microsoft.com/office/drawing/2014/main" id="{DE5DBE47-83BB-4E32-0705-1DA27615BA1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67888" y="4936248"/>
            <a:ext cx="707204" cy="786035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C52502F4-59E4-6760-F627-4B283243535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507" y="3502375"/>
            <a:ext cx="300090" cy="300090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35FEE098-5E47-4BA5-FEF9-F5260C986EB8}"/>
              </a:ext>
            </a:extLst>
          </p:cNvPr>
          <p:cNvSpPr txBox="1"/>
          <p:nvPr/>
        </p:nvSpPr>
        <p:spPr>
          <a:xfrm>
            <a:off x="3808916" y="3452365"/>
            <a:ext cx="10378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>
                <a:solidFill>
                  <a:srgbClr val="00B050"/>
                </a:solidFill>
              </a:rPr>
              <a:t>Same</a:t>
            </a:r>
            <a:endParaRPr lang="zh-CN" altLang="en-US" sz="2000">
              <a:solidFill>
                <a:srgbClr val="00B050"/>
              </a:solidFill>
            </a:endParaRP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3EBC704B-2FAD-723E-78D6-ABA4531EEEE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9497" y="3841867"/>
            <a:ext cx="400110" cy="400110"/>
          </a:xfrm>
          <a:prstGeom prst="rect">
            <a:avLst/>
          </a:prstGeom>
        </p:spPr>
      </p:pic>
      <p:sp>
        <p:nvSpPr>
          <p:cNvPr id="37" name="文本框 36">
            <a:extLst>
              <a:ext uri="{FF2B5EF4-FFF2-40B4-BE49-F238E27FC236}">
                <a16:creationId xmlns:a16="http://schemas.microsoft.com/office/drawing/2014/main" id="{2579AC8C-AB73-AAEE-7514-B1C3509D4C3F}"/>
              </a:ext>
            </a:extLst>
          </p:cNvPr>
          <p:cNvSpPr txBox="1"/>
          <p:nvPr/>
        </p:nvSpPr>
        <p:spPr>
          <a:xfrm>
            <a:off x="3808916" y="3841867"/>
            <a:ext cx="10378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>
                <a:solidFill>
                  <a:srgbClr val="FF0000"/>
                </a:solidFill>
              </a:rPr>
              <a:t>Bug</a:t>
            </a:r>
            <a:endParaRPr lang="zh-CN" altLang="en-US" sz="2000">
              <a:solidFill>
                <a:srgbClr val="FF0000"/>
              </a:solidFill>
            </a:endParaRPr>
          </a:p>
        </p:txBody>
      </p:sp>
      <p:pic>
        <p:nvPicPr>
          <p:cNvPr id="65" name="图片 64">
            <a:extLst>
              <a:ext uri="{FF2B5EF4-FFF2-40B4-BE49-F238E27FC236}">
                <a16:creationId xmlns:a16="http://schemas.microsoft.com/office/drawing/2014/main" id="{49726E64-5C93-8053-39F5-29BD32F184B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2215" y="4922787"/>
            <a:ext cx="707204" cy="786035"/>
          </a:xfrm>
          <a:prstGeom prst="rect">
            <a:avLst/>
          </a:prstGeom>
        </p:spPr>
      </p:pic>
      <p:sp>
        <p:nvSpPr>
          <p:cNvPr id="66" name="矩形 65">
            <a:extLst>
              <a:ext uri="{FF2B5EF4-FFF2-40B4-BE49-F238E27FC236}">
                <a16:creationId xmlns:a16="http://schemas.microsoft.com/office/drawing/2014/main" id="{651A7274-2DFA-1A69-DC4D-8A446EF94BF9}"/>
              </a:ext>
            </a:extLst>
          </p:cNvPr>
          <p:cNvSpPr/>
          <p:nvPr/>
        </p:nvSpPr>
        <p:spPr>
          <a:xfrm>
            <a:off x="1156460" y="5844112"/>
            <a:ext cx="478207" cy="43363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ED184D82-0F0E-5FA4-48A7-3BBB52088D27}"/>
              </a:ext>
            </a:extLst>
          </p:cNvPr>
          <p:cNvSpPr/>
          <p:nvPr/>
        </p:nvSpPr>
        <p:spPr>
          <a:xfrm>
            <a:off x="550995" y="6621556"/>
            <a:ext cx="478207" cy="43363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8440F4A5-BC43-C7F6-167C-B65AFCFFC6DE}"/>
              </a:ext>
            </a:extLst>
          </p:cNvPr>
          <p:cNvSpPr/>
          <p:nvPr/>
        </p:nvSpPr>
        <p:spPr>
          <a:xfrm>
            <a:off x="1705544" y="6621555"/>
            <a:ext cx="478207" cy="43363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FD6E1551-23D1-94DE-C752-F94794C30BFA}"/>
              </a:ext>
            </a:extLst>
          </p:cNvPr>
          <p:cNvSpPr/>
          <p:nvPr/>
        </p:nvSpPr>
        <p:spPr>
          <a:xfrm>
            <a:off x="1185062" y="7430264"/>
            <a:ext cx="478207" cy="43363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6244D133-EE67-DB6F-25F9-FB62315393FE}"/>
              </a:ext>
            </a:extLst>
          </p:cNvPr>
          <p:cNvSpPr/>
          <p:nvPr/>
        </p:nvSpPr>
        <p:spPr>
          <a:xfrm>
            <a:off x="2264251" y="7430263"/>
            <a:ext cx="478207" cy="43363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0A8FEA7E-8E6D-764D-1247-9F4BE1782B24}"/>
              </a:ext>
            </a:extLst>
          </p:cNvPr>
          <p:cNvCxnSpPr>
            <a:stCxn id="66" idx="2"/>
            <a:endCxn id="67" idx="0"/>
          </p:cNvCxnSpPr>
          <p:nvPr/>
        </p:nvCxnSpPr>
        <p:spPr>
          <a:xfrm flipH="1">
            <a:off x="790099" y="6277745"/>
            <a:ext cx="605465" cy="343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03C2BF63-EE43-6BAA-2CB5-FD19ACFC7216}"/>
              </a:ext>
            </a:extLst>
          </p:cNvPr>
          <p:cNvCxnSpPr>
            <a:stCxn id="66" idx="2"/>
            <a:endCxn id="68" idx="0"/>
          </p:cNvCxnSpPr>
          <p:nvPr/>
        </p:nvCxnSpPr>
        <p:spPr>
          <a:xfrm>
            <a:off x="1395560" y="6277741"/>
            <a:ext cx="549084" cy="3438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A7C03AD9-D67D-3DAA-34A9-2BF9CCF1BCA9}"/>
              </a:ext>
            </a:extLst>
          </p:cNvPr>
          <p:cNvCxnSpPr>
            <a:stCxn id="68" idx="2"/>
            <a:endCxn id="69" idx="0"/>
          </p:cNvCxnSpPr>
          <p:nvPr/>
        </p:nvCxnSpPr>
        <p:spPr>
          <a:xfrm flipH="1">
            <a:off x="1424162" y="7055184"/>
            <a:ext cx="520482" cy="3750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BDB8C8D1-DE10-0FB9-6F40-BFC1D35E932D}"/>
              </a:ext>
            </a:extLst>
          </p:cNvPr>
          <p:cNvCxnSpPr>
            <a:stCxn id="68" idx="2"/>
            <a:endCxn id="70" idx="0"/>
          </p:cNvCxnSpPr>
          <p:nvPr/>
        </p:nvCxnSpPr>
        <p:spPr>
          <a:xfrm>
            <a:off x="1944648" y="7055188"/>
            <a:ext cx="558707" cy="37507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936E2D77-20C2-0C70-F937-82456F5D0C02}"/>
              </a:ext>
            </a:extLst>
          </p:cNvPr>
          <p:cNvSpPr txBox="1"/>
          <p:nvPr/>
        </p:nvSpPr>
        <p:spPr>
          <a:xfrm>
            <a:off x="2960463" y="8904569"/>
            <a:ext cx="18938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/>
              <a:t>Function Node</a:t>
            </a:r>
            <a:endParaRPr lang="zh-CN" altLang="en-US" sz="1600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6FEE178-A596-C338-6B02-0A9A64637C69}"/>
              </a:ext>
            </a:extLst>
          </p:cNvPr>
          <p:cNvSpPr/>
          <p:nvPr/>
        </p:nvSpPr>
        <p:spPr>
          <a:xfrm>
            <a:off x="3748311" y="6569903"/>
            <a:ext cx="497414" cy="43363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9AC7A00-9D95-96F3-C1A6-140548232BA5}"/>
              </a:ext>
            </a:extLst>
          </p:cNvPr>
          <p:cNvSpPr txBox="1"/>
          <p:nvPr/>
        </p:nvSpPr>
        <p:spPr>
          <a:xfrm>
            <a:off x="5049142" y="5994761"/>
            <a:ext cx="2157903" cy="7078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CN" sz="2000"/>
              <a:t>Intra-function Transformation</a:t>
            </a:r>
            <a:endParaRPr lang="zh-CN" altLang="en-US" sz="20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B925DC5-B01D-5967-2461-A2C830DB469F}"/>
              </a:ext>
            </a:extLst>
          </p:cNvPr>
          <p:cNvSpPr txBox="1"/>
          <p:nvPr/>
        </p:nvSpPr>
        <p:spPr>
          <a:xfrm>
            <a:off x="5049142" y="6933018"/>
            <a:ext cx="2157903" cy="7078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CN" sz="2000"/>
              <a:t>Inter-function Transformation</a:t>
            </a:r>
            <a:endParaRPr lang="zh-CN" altLang="en-US" sz="2000"/>
          </a:p>
        </p:txBody>
      </p:sp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872006A5-C975-161E-0E13-7B6B212F2C96}"/>
              </a:ext>
            </a:extLst>
          </p:cNvPr>
          <p:cNvCxnSpPr>
            <a:stCxn id="80" idx="0"/>
            <a:endCxn id="82" idx="1"/>
          </p:cNvCxnSpPr>
          <p:nvPr/>
        </p:nvCxnSpPr>
        <p:spPr>
          <a:xfrm rot="5400000" flipH="1" flipV="1">
            <a:off x="4412485" y="5933242"/>
            <a:ext cx="221195" cy="10521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连接符: 肘形 86">
            <a:extLst>
              <a:ext uri="{FF2B5EF4-FFF2-40B4-BE49-F238E27FC236}">
                <a16:creationId xmlns:a16="http://schemas.microsoft.com/office/drawing/2014/main" id="{76FF6229-C54D-80B5-B562-686E60336CF6}"/>
              </a:ext>
            </a:extLst>
          </p:cNvPr>
          <p:cNvCxnSpPr>
            <a:stCxn id="80" idx="2"/>
            <a:endCxn id="83" idx="1"/>
          </p:cNvCxnSpPr>
          <p:nvPr/>
        </p:nvCxnSpPr>
        <p:spPr>
          <a:xfrm rot="16200000" flipH="1">
            <a:off x="4381368" y="6619186"/>
            <a:ext cx="283429" cy="10521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B71A0729-AE96-AC5E-BCAC-F1BA81A09E8E}"/>
              </a:ext>
            </a:extLst>
          </p:cNvPr>
          <p:cNvSpPr/>
          <p:nvPr/>
        </p:nvSpPr>
        <p:spPr>
          <a:xfrm>
            <a:off x="3343436" y="5859258"/>
            <a:ext cx="4042980" cy="1952987"/>
          </a:xfrm>
          <a:prstGeom prst="roundRect">
            <a:avLst>
              <a:gd name="adj" fmla="val 1947"/>
            </a:avLst>
          </a:prstGeom>
          <a:noFill/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箭头: 下弧形 90">
            <a:extLst>
              <a:ext uri="{FF2B5EF4-FFF2-40B4-BE49-F238E27FC236}">
                <a16:creationId xmlns:a16="http://schemas.microsoft.com/office/drawing/2014/main" id="{69E6E40B-047B-0DD7-FA0B-BF754531428E}"/>
              </a:ext>
            </a:extLst>
          </p:cNvPr>
          <p:cNvSpPr/>
          <p:nvPr/>
        </p:nvSpPr>
        <p:spPr>
          <a:xfrm>
            <a:off x="2376707" y="8317113"/>
            <a:ext cx="2545787" cy="545872"/>
          </a:xfrm>
          <a:prstGeom prst="curved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058AD16-1D94-5478-19CD-252E9A1B8522}"/>
              </a:ext>
            </a:extLst>
          </p:cNvPr>
          <p:cNvSpPr txBox="1"/>
          <p:nvPr/>
        </p:nvSpPr>
        <p:spPr>
          <a:xfrm>
            <a:off x="510576" y="7952047"/>
            <a:ext cx="22481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/>
              <a:t>AST Traversing</a:t>
            </a:r>
            <a:endParaRPr lang="zh-CN" altLang="en-US" sz="20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EE644BD5-ADBD-95A8-76AC-AF54C3B019DE}"/>
              </a:ext>
            </a:extLst>
          </p:cNvPr>
          <p:cNvSpPr txBox="1"/>
          <p:nvPr/>
        </p:nvSpPr>
        <p:spPr>
          <a:xfrm>
            <a:off x="4010109" y="7953842"/>
            <a:ext cx="294397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/>
              <a:t>Function Transformation</a:t>
            </a:r>
            <a:endParaRPr lang="zh-CN" altLang="en-US" sz="2000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B4692F6B-6089-FA50-1D36-5162FD4524B1}"/>
              </a:ext>
            </a:extLst>
          </p:cNvPr>
          <p:cNvSpPr/>
          <p:nvPr/>
        </p:nvSpPr>
        <p:spPr>
          <a:xfrm>
            <a:off x="2702868" y="8857033"/>
            <a:ext cx="478207" cy="43363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箭头: 下弧形 94">
            <a:extLst>
              <a:ext uri="{FF2B5EF4-FFF2-40B4-BE49-F238E27FC236}">
                <a16:creationId xmlns:a16="http://schemas.microsoft.com/office/drawing/2014/main" id="{22823DCC-A19E-1359-0465-15EB15EB22AE}"/>
              </a:ext>
            </a:extLst>
          </p:cNvPr>
          <p:cNvSpPr/>
          <p:nvPr/>
        </p:nvSpPr>
        <p:spPr>
          <a:xfrm rot="10800000">
            <a:off x="2241797" y="5119979"/>
            <a:ext cx="2545787" cy="545872"/>
          </a:xfrm>
          <a:prstGeom prst="curved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CD9310F1-DC63-C20A-BEC3-F09D0BED2B24}"/>
              </a:ext>
            </a:extLst>
          </p:cNvPr>
          <p:cNvSpPr/>
          <p:nvPr/>
        </p:nvSpPr>
        <p:spPr>
          <a:xfrm>
            <a:off x="2617936" y="4616204"/>
            <a:ext cx="478207" cy="433633"/>
          </a:xfrm>
          <a:prstGeom prst="rect">
            <a:avLst/>
          </a:prstGeom>
          <a:solidFill>
            <a:schemeClr val="accent5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9953AB62-8E32-25AF-3739-0A8BD2E7B494}"/>
              </a:ext>
            </a:extLst>
          </p:cNvPr>
          <p:cNvSpPr txBox="1"/>
          <p:nvPr/>
        </p:nvSpPr>
        <p:spPr>
          <a:xfrm>
            <a:off x="3049727" y="4582263"/>
            <a:ext cx="224817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/>
              <a:t>Transformed Function Node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87172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77</TotalTime>
  <Words>30</Words>
  <Application>Microsoft Office PowerPoint</Application>
  <PresentationFormat>自定义</PresentationFormat>
  <Paragraphs>17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li lin</cp:lastModifiedBy>
  <cp:revision>10</cp:revision>
  <dcterms:created xsi:type="dcterms:W3CDTF">2023-08-09T12:44:00Z</dcterms:created>
  <dcterms:modified xsi:type="dcterms:W3CDTF">2026-02-05T02:26:52Z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