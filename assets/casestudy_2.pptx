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8" r:id="rId1"/>
  </p:sldMasterIdLst>
  <p:sldIdLst>
    <p:sldId id="257" r:id="rId2"/>
  </p:sldIdLst>
  <p:sldSz cx="5041900" cy="433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7" userDrawn="1">
          <p15:clr>
            <a:srgbClr val="A4A3A4"/>
          </p15:clr>
        </p15:guide>
        <p15:guide id="2" pos="15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344" autoAdjust="0"/>
    <p:restoredTop sz="94660"/>
  </p:normalViewPr>
  <p:slideViewPr>
    <p:cSldViewPr snapToGrid="0" showGuides="1">
      <p:cViewPr>
        <p:scale>
          <a:sx n="200" d="100"/>
          <a:sy n="200" d="100"/>
        </p:scale>
        <p:origin x="3448" y="828"/>
      </p:cViewPr>
      <p:guideLst>
        <p:guide orient="horz" pos="1367"/>
        <p:guide pos="15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8143" y="710050"/>
            <a:ext cx="4285615" cy="1510489"/>
          </a:xfrm>
        </p:spPr>
        <p:txBody>
          <a:bodyPr anchor="b"/>
          <a:lstStyle>
            <a:lvl1pPr algn="ctr">
              <a:defRPr sz="330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0238" y="2278789"/>
            <a:ext cx="3781425" cy="1047500"/>
          </a:xfrm>
        </p:spPr>
        <p:txBody>
          <a:bodyPr/>
          <a:lstStyle>
            <a:lvl1pPr marL="0" indent="0" algn="ctr">
              <a:buNone/>
              <a:defRPr sz="1323"/>
            </a:lvl1pPr>
            <a:lvl2pPr marL="252100" indent="0" algn="ctr">
              <a:buNone/>
              <a:defRPr sz="1103"/>
            </a:lvl2pPr>
            <a:lvl3pPr marL="504200" indent="0" algn="ctr">
              <a:buNone/>
              <a:defRPr sz="993"/>
            </a:lvl3pPr>
            <a:lvl4pPr marL="756300" indent="0" algn="ctr">
              <a:buNone/>
              <a:defRPr sz="882"/>
            </a:lvl4pPr>
            <a:lvl5pPr marL="1008400" indent="0" algn="ctr">
              <a:buNone/>
              <a:defRPr sz="882"/>
            </a:lvl5pPr>
            <a:lvl6pPr marL="1260500" indent="0" algn="ctr">
              <a:buNone/>
              <a:defRPr sz="882"/>
            </a:lvl6pPr>
            <a:lvl7pPr marL="1512600" indent="0" algn="ctr">
              <a:buNone/>
              <a:defRPr sz="882"/>
            </a:lvl7pPr>
            <a:lvl8pPr marL="1764701" indent="0" algn="ctr">
              <a:buNone/>
              <a:defRPr sz="882"/>
            </a:lvl8pPr>
            <a:lvl9pPr marL="2016801" indent="0" algn="ctr">
              <a:buNone/>
              <a:defRPr sz="88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1657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474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005" y="1081648"/>
            <a:ext cx="4348639" cy="1804753"/>
          </a:xfrm>
        </p:spPr>
        <p:txBody>
          <a:bodyPr anchor="b"/>
          <a:lstStyle>
            <a:lvl1pPr>
              <a:defRPr sz="330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4005" y="2903474"/>
            <a:ext cx="4348639" cy="949077"/>
          </a:xfrm>
        </p:spPr>
        <p:txBody>
          <a:bodyPr/>
          <a:lstStyle>
            <a:lvl1pPr marL="0" indent="0">
              <a:buNone/>
              <a:defRPr sz="1323">
                <a:solidFill>
                  <a:schemeClr val="tx1"/>
                </a:solidFill>
              </a:defRPr>
            </a:lvl1pPr>
            <a:lvl2pPr marL="252100" indent="0">
              <a:buNone/>
              <a:defRPr sz="1103">
                <a:solidFill>
                  <a:schemeClr val="tx1">
                    <a:tint val="75000"/>
                  </a:schemeClr>
                </a:solidFill>
              </a:defRPr>
            </a:lvl2pPr>
            <a:lvl3pPr marL="504200" indent="0">
              <a:buNone/>
              <a:defRPr sz="993">
                <a:solidFill>
                  <a:schemeClr val="tx1">
                    <a:tint val="75000"/>
                  </a:schemeClr>
                </a:solidFill>
              </a:defRPr>
            </a:lvl3pPr>
            <a:lvl4pPr marL="756300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4pPr>
            <a:lvl5pPr marL="1008400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5pPr>
            <a:lvl6pPr marL="1260500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6pPr>
            <a:lvl7pPr marL="1512600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7pPr>
            <a:lvl8pPr marL="1764701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8pPr>
            <a:lvl9pPr marL="2016801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145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630" y="1154961"/>
            <a:ext cx="2142808" cy="275282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2462" y="1154961"/>
            <a:ext cx="2142808" cy="275282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3977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287" y="230993"/>
            <a:ext cx="4348639" cy="83860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288" y="1063569"/>
            <a:ext cx="2132960" cy="521239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100" indent="0">
              <a:buNone/>
              <a:defRPr sz="1103" b="1"/>
            </a:lvl2pPr>
            <a:lvl3pPr marL="504200" indent="0">
              <a:buNone/>
              <a:defRPr sz="993" b="1"/>
            </a:lvl3pPr>
            <a:lvl4pPr marL="756300" indent="0">
              <a:buNone/>
              <a:defRPr sz="882" b="1"/>
            </a:lvl4pPr>
            <a:lvl5pPr marL="1008400" indent="0">
              <a:buNone/>
              <a:defRPr sz="882" b="1"/>
            </a:lvl5pPr>
            <a:lvl6pPr marL="1260500" indent="0">
              <a:buNone/>
              <a:defRPr sz="882" b="1"/>
            </a:lvl6pPr>
            <a:lvl7pPr marL="1512600" indent="0">
              <a:buNone/>
              <a:defRPr sz="882" b="1"/>
            </a:lvl7pPr>
            <a:lvl8pPr marL="1764701" indent="0">
              <a:buNone/>
              <a:defRPr sz="882" b="1"/>
            </a:lvl8pPr>
            <a:lvl9pPr marL="2016801" indent="0">
              <a:buNone/>
              <a:defRPr sz="88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288" y="1584808"/>
            <a:ext cx="2132960" cy="23310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2462" y="1063569"/>
            <a:ext cx="2143464" cy="521239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100" indent="0">
              <a:buNone/>
              <a:defRPr sz="1103" b="1"/>
            </a:lvl2pPr>
            <a:lvl3pPr marL="504200" indent="0">
              <a:buNone/>
              <a:defRPr sz="993" b="1"/>
            </a:lvl3pPr>
            <a:lvl4pPr marL="756300" indent="0">
              <a:buNone/>
              <a:defRPr sz="882" b="1"/>
            </a:lvl4pPr>
            <a:lvl5pPr marL="1008400" indent="0">
              <a:buNone/>
              <a:defRPr sz="882" b="1"/>
            </a:lvl5pPr>
            <a:lvl6pPr marL="1260500" indent="0">
              <a:buNone/>
              <a:defRPr sz="882" b="1"/>
            </a:lvl6pPr>
            <a:lvl7pPr marL="1512600" indent="0">
              <a:buNone/>
              <a:defRPr sz="882" b="1"/>
            </a:lvl7pPr>
            <a:lvl8pPr marL="1764701" indent="0">
              <a:buNone/>
              <a:defRPr sz="882" b="1"/>
            </a:lvl8pPr>
            <a:lvl9pPr marL="2016801" indent="0">
              <a:buNone/>
              <a:defRPr sz="88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2462" y="1584808"/>
            <a:ext cx="2143464" cy="23310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215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4820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302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287" y="289242"/>
            <a:ext cx="1626144" cy="1012349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3464" y="624685"/>
            <a:ext cx="2552462" cy="3083245"/>
          </a:xfrm>
        </p:spPr>
        <p:txBody>
          <a:bodyPr/>
          <a:lstStyle>
            <a:lvl1pPr>
              <a:defRPr sz="1764"/>
            </a:lvl1pPr>
            <a:lvl2pPr>
              <a:defRPr sz="1544"/>
            </a:lvl2pPr>
            <a:lvl3pPr>
              <a:defRPr sz="1323"/>
            </a:lvl3pPr>
            <a:lvl4pPr>
              <a:defRPr sz="1103"/>
            </a:lvl4pPr>
            <a:lvl5pPr>
              <a:defRPr sz="1103"/>
            </a:lvl5pPr>
            <a:lvl6pPr>
              <a:defRPr sz="1103"/>
            </a:lvl6pPr>
            <a:lvl7pPr>
              <a:defRPr sz="1103"/>
            </a:lvl7pPr>
            <a:lvl8pPr>
              <a:defRPr sz="1103"/>
            </a:lvl8pPr>
            <a:lvl9pPr>
              <a:defRPr sz="110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287" y="1301591"/>
            <a:ext cx="1626144" cy="2411359"/>
          </a:xfrm>
        </p:spPr>
        <p:txBody>
          <a:bodyPr/>
          <a:lstStyle>
            <a:lvl1pPr marL="0" indent="0">
              <a:buNone/>
              <a:defRPr sz="882"/>
            </a:lvl1pPr>
            <a:lvl2pPr marL="252100" indent="0">
              <a:buNone/>
              <a:defRPr sz="772"/>
            </a:lvl2pPr>
            <a:lvl3pPr marL="504200" indent="0">
              <a:buNone/>
              <a:defRPr sz="662"/>
            </a:lvl3pPr>
            <a:lvl4pPr marL="756300" indent="0">
              <a:buNone/>
              <a:defRPr sz="551"/>
            </a:lvl4pPr>
            <a:lvl5pPr marL="1008400" indent="0">
              <a:buNone/>
              <a:defRPr sz="551"/>
            </a:lvl5pPr>
            <a:lvl6pPr marL="1260500" indent="0">
              <a:buNone/>
              <a:defRPr sz="551"/>
            </a:lvl6pPr>
            <a:lvl7pPr marL="1512600" indent="0">
              <a:buNone/>
              <a:defRPr sz="551"/>
            </a:lvl7pPr>
            <a:lvl8pPr marL="1764701" indent="0">
              <a:buNone/>
              <a:defRPr sz="551"/>
            </a:lvl8pPr>
            <a:lvl9pPr marL="2016801" indent="0">
              <a:buNone/>
              <a:defRPr sz="55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472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287" y="289242"/>
            <a:ext cx="1626144" cy="1012349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3464" y="624685"/>
            <a:ext cx="2552462" cy="3083245"/>
          </a:xfrm>
        </p:spPr>
        <p:txBody>
          <a:bodyPr anchor="t"/>
          <a:lstStyle>
            <a:lvl1pPr marL="0" indent="0">
              <a:buNone/>
              <a:defRPr sz="1764"/>
            </a:lvl1pPr>
            <a:lvl2pPr marL="252100" indent="0">
              <a:buNone/>
              <a:defRPr sz="1544"/>
            </a:lvl2pPr>
            <a:lvl3pPr marL="504200" indent="0">
              <a:buNone/>
              <a:defRPr sz="1323"/>
            </a:lvl3pPr>
            <a:lvl4pPr marL="756300" indent="0">
              <a:buNone/>
              <a:defRPr sz="1103"/>
            </a:lvl4pPr>
            <a:lvl5pPr marL="1008400" indent="0">
              <a:buNone/>
              <a:defRPr sz="1103"/>
            </a:lvl5pPr>
            <a:lvl6pPr marL="1260500" indent="0">
              <a:buNone/>
              <a:defRPr sz="1103"/>
            </a:lvl6pPr>
            <a:lvl7pPr marL="1512600" indent="0">
              <a:buNone/>
              <a:defRPr sz="1103"/>
            </a:lvl7pPr>
            <a:lvl8pPr marL="1764701" indent="0">
              <a:buNone/>
              <a:defRPr sz="1103"/>
            </a:lvl8pPr>
            <a:lvl9pPr marL="2016801" indent="0">
              <a:buNone/>
              <a:defRPr sz="110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287" y="1301591"/>
            <a:ext cx="1626144" cy="2411359"/>
          </a:xfrm>
        </p:spPr>
        <p:txBody>
          <a:bodyPr/>
          <a:lstStyle>
            <a:lvl1pPr marL="0" indent="0">
              <a:buNone/>
              <a:defRPr sz="882"/>
            </a:lvl1pPr>
            <a:lvl2pPr marL="252100" indent="0">
              <a:buNone/>
              <a:defRPr sz="772"/>
            </a:lvl2pPr>
            <a:lvl3pPr marL="504200" indent="0">
              <a:buNone/>
              <a:defRPr sz="662"/>
            </a:lvl3pPr>
            <a:lvl4pPr marL="756300" indent="0">
              <a:buNone/>
              <a:defRPr sz="551"/>
            </a:lvl4pPr>
            <a:lvl5pPr marL="1008400" indent="0">
              <a:buNone/>
              <a:defRPr sz="551"/>
            </a:lvl5pPr>
            <a:lvl6pPr marL="1260500" indent="0">
              <a:buNone/>
              <a:defRPr sz="551"/>
            </a:lvl6pPr>
            <a:lvl7pPr marL="1512600" indent="0">
              <a:buNone/>
              <a:defRPr sz="551"/>
            </a:lvl7pPr>
            <a:lvl8pPr marL="1764701" indent="0">
              <a:buNone/>
              <a:defRPr sz="551"/>
            </a:lvl8pPr>
            <a:lvl9pPr marL="2016801" indent="0">
              <a:buNone/>
              <a:defRPr sz="55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3430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5230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8110" y="230992"/>
            <a:ext cx="1087160" cy="367679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631" y="230992"/>
            <a:ext cx="3198455" cy="367679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525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631" y="230993"/>
            <a:ext cx="4348639" cy="838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631" y="1154961"/>
            <a:ext cx="4348639" cy="2752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630" y="4021276"/>
            <a:ext cx="1134428" cy="2309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70130" y="4021276"/>
            <a:ext cx="1701641" cy="2309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60842" y="4021276"/>
            <a:ext cx="1134428" cy="2309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005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504200" rtl="0" eaLnBrk="1" latinLnBrk="0" hangingPunct="1">
        <a:lnSpc>
          <a:spcPct val="90000"/>
        </a:lnSpc>
        <a:spcBef>
          <a:spcPct val="0"/>
        </a:spcBef>
        <a:buNone/>
        <a:defRPr sz="24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6050" indent="-126050" algn="l" defTabSz="5042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544" kern="1200">
          <a:solidFill>
            <a:schemeClr val="tx1"/>
          </a:solidFill>
          <a:latin typeface="+mn-lt"/>
          <a:ea typeface="+mn-ea"/>
          <a:cs typeface="+mn-cs"/>
        </a:defRPr>
      </a:lvl1pPr>
      <a:lvl2pPr marL="378150" indent="-126050" algn="l" defTabSz="504200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30250" indent="-126050" algn="l" defTabSz="504200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3pPr>
      <a:lvl4pPr marL="882350" indent="-126050" algn="l" defTabSz="504200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3" kern="1200">
          <a:solidFill>
            <a:schemeClr val="tx1"/>
          </a:solidFill>
          <a:latin typeface="+mn-lt"/>
          <a:ea typeface="+mn-ea"/>
          <a:cs typeface="+mn-cs"/>
        </a:defRPr>
      </a:lvl4pPr>
      <a:lvl5pPr marL="1134450" indent="-126050" algn="l" defTabSz="504200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3" kern="1200">
          <a:solidFill>
            <a:schemeClr val="tx1"/>
          </a:solidFill>
          <a:latin typeface="+mn-lt"/>
          <a:ea typeface="+mn-ea"/>
          <a:cs typeface="+mn-cs"/>
        </a:defRPr>
      </a:lvl5pPr>
      <a:lvl6pPr marL="1386550" indent="-126050" algn="l" defTabSz="504200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3" kern="1200">
          <a:solidFill>
            <a:schemeClr val="tx1"/>
          </a:solidFill>
          <a:latin typeface="+mn-lt"/>
          <a:ea typeface="+mn-ea"/>
          <a:cs typeface="+mn-cs"/>
        </a:defRPr>
      </a:lvl6pPr>
      <a:lvl7pPr marL="1638651" indent="-126050" algn="l" defTabSz="504200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3" kern="1200">
          <a:solidFill>
            <a:schemeClr val="tx1"/>
          </a:solidFill>
          <a:latin typeface="+mn-lt"/>
          <a:ea typeface="+mn-ea"/>
          <a:cs typeface="+mn-cs"/>
        </a:defRPr>
      </a:lvl7pPr>
      <a:lvl8pPr marL="1890751" indent="-126050" algn="l" defTabSz="504200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3" kern="1200">
          <a:solidFill>
            <a:schemeClr val="tx1"/>
          </a:solidFill>
          <a:latin typeface="+mn-lt"/>
          <a:ea typeface="+mn-ea"/>
          <a:cs typeface="+mn-cs"/>
        </a:defRPr>
      </a:lvl8pPr>
      <a:lvl9pPr marL="2142851" indent="-126050" algn="l" defTabSz="504200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4200" rtl="0" eaLnBrk="1" latinLnBrk="0" hangingPunct="1">
        <a:defRPr sz="993" kern="1200">
          <a:solidFill>
            <a:schemeClr val="tx1"/>
          </a:solidFill>
          <a:latin typeface="+mn-lt"/>
          <a:ea typeface="+mn-ea"/>
          <a:cs typeface="+mn-cs"/>
        </a:defRPr>
      </a:lvl1pPr>
      <a:lvl2pPr marL="252100" algn="l" defTabSz="504200" rtl="0" eaLnBrk="1" latinLnBrk="0" hangingPunct="1">
        <a:defRPr sz="993" kern="1200">
          <a:solidFill>
            <a:schemeClr val="tx1"/>
          </a:solidFill>
          <a:latin typeface="+mn-lt"/>
          <a:ea typeface="+mn-ea"/>
          <a:cs typeface="+mn-cs"/>
        </a:defRPr>
      </a:lvl2pPr>
      <a:lvl3pPr marL="504200" algn="l" defTabSz="504200" rtl="0" eaLnBrk="1" latinLnBrk="0" hangingPunct="1">
        <a:defRPr sz="993" kern="1200">
          <a:solidFill>
            <a:schemeClr val="tx1"/>
          </a:solidFill>
          <a:latin typeface="+mn-lt"/>
          <a:ea typeface="+mn-ea"/>
          <a:cs typeface="+mn-cs"/>
        </a:defRPr>
      </a:lvl3pPr>
      <a:lvl4pPr marL="756300" algn="l" defTabSz="504200" rtl="0" eaLnBrk="1" latinLnBrk="0" hangingPunct="1">
        <a:defRPr sz="993" kern="1200">
          <a:solidFill>
            <a:schemeClr val="tx1"/>
          </a:solidFill>
          <a:latin typeface="+mn-lt"/>
          <a:ea typeface="+mn-ea"/>
          <a:cs typeface="+mn-cs"/>
        </a:defRPr>
      </a:lvl4pPr>
      <a:lvl5pPr marL="1008400" algn="l" defTabSz="504200" rtl="0" eaLnBrk="1" latinLnBrk="0" hangingPunct="1">
        <a:defRPr sz="993" kern="1200">
          <a:solidFill>
            <a:schemeClr val="tx1"/>
          </a:solidFill>
          <a:latin typeface="+mn-lt"/>
          <a:ea typeface="+mn-ea"/>
          <a:cs typeface="+mn-cs"/>
        </a:defRPr>
      </a:lvl5pPr>
      <a:lvl6pPr marL="1260500" algn="l" defTabSz="504200" rtl="0" eaLnBrk="1" latinLnBrk="0" hangingPunct="1">
        <a:defRPr sz="993" kern="1200">
          <a:solidFill>
            <a:schemeClr val="tx1"/>
          </a:solidFill>
          <a:latin typeface="+mn-lt"/>
          <a:ea typeface="+mn-ea"/>
          <a:cs typeface="+mn-cs"/>
        </a:defRPr>
      </a:lvl6pPr>
      <a:lvl7pPr marL="1512600" algn="l" defTabSz="504200" rtl="0" eaLnBrk="1" latinLnBrk="0" hangingPunct="1">
        <a:defRPr sz="993" kern="1200">
          <a:solidFill>
            <a:schemeClr val="tx1"/>
          </a:solidFill>
          <a:latin typeface="+mn-lt"/>
          <a:ea typeface="+mn-ea"/>
          <a:cs typeface="+mn-cs"/>
        </a:defRPr>
      </a:lvl7pPr>
      <a:lvl8pPr marL="1764701" algn="l" defTabSz="504200" rtl="0" eaLnBrk="1" latinLnBrk="0" hangingPunct="1">
        <a:defRPr sz="993" kern="1200">
          <a:solidFill>
            <a:schemeClr val="tx1"/>
          </a:solidFill>
          <a:latin typeface="+mn-lt"/>
          <a:ea typeface="+mn-ea"/>
          <a:cs typeface="+mn-cs"/>
        </a:defRPr>
      </a:lvl8pPr>
      <a:lvl9pPr marL="2016801" algn="l" defTabSz="504200" rtl="0" eaLnBrk="1" latinLnBrk="0" hangingPunct="1">
        <a:defRPr sz="99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4318" y="182222"/>
            <a:ext cx="2643101" cy="7285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CREATE TABLE</a:t>
            </a:r>
            <a:r>
              <a:rPr lang="en-US" altLang="zh-CN" sz="952" kern="150" spc="-48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t1 (c1 </a:t>
            </a: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INT,</a:t>
            </a: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c4</a:t>
            </a: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INT,</a:t>
            </a: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c5 </a:t>
            </a: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DATE</a:t>
            </a: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);</a:t>
            </a:r>
          </a:p>
          <a:p>
            <a:pPr algn="l">
              <a:lnSpc>
                <a:spcPct val="120000"/>
              </a:lnSpc>
            </a:pP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CREATE TABLE</a:t>
            </a:r>
            <a:r>
              <a:rPr lang="en-US" altLang="zh-CN" sz="952" kern="150" spc="-48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t2 (c15 </a:t>
            </a: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DOUBLE</a:t>
            </a: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);</a:t>
            </a:r>
          </a:p>
          <a:p>
            <a:pPr algn="l">
              <a:lnSpc>
                <a:spcPct val="120000"/>
              </a:lnSpc>
            </a:pP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INSERT INTO</a:t>
            </a:r>
            <a:r>
              <a:rPr lang="en-US" altLang="zh-CN" sz="952" kern="150" spc="-48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t1 </a:t>
            </a: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VALUES</a:t>
            </a: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(1, 30, </a:t>
            </a: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DATE</a:t>
            </a: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'2019-02-16');</a:t>
            </a:r>
          </a:p>
          <a:p>
            <a:pPr algn="l">
              <a:lnSpc>
                <a:spcPct val="120000"/>
              </a:lnSpc>
            </a:pP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INSERT INTO</a:t>
            </a: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t2 </a:t>
            </a: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VALUES</a:t>
            </a:r>
            <a:r>
              <a:rPr lang="en-US" altLang="zh-CN" sz="952" kern="150" spc="-48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(531.0);</a:t>
            </a:r>
          </a:p>
          <a:p>
            <a:pPr algn="l">
              <a:lnSpc>
                <a:spcPct val="110000"/>
              </a:lnSpc>
            </a:pPr>
            <a:endParaRPr lang="en-US" altLang="zh-CN" sz="952" kern="150" spc="-48">
              <a:latin typeface="Arial(正文)" charset="0"/>
              <a:ea typeface="微软雅黑" panose="020B0503020204020204" charset="-122"/>
              <a:cs typeface="Arial(正文)" charset="0"/>
            </a:endParaRPr>
          </a:p>
          <a:p>
            <a:pPr algn="l">
              <a:lnSpc>
                <a:spcPct val="110000"/>
              </a:lnSpc>
            </a:pPr>
            <a:endParaRPr lang="zh-CN" altLang="en-US" sz="952" kern="150" spc="-48">
              <a:latin typeface="Arial(正文)" charset="0"/>
              <a:ea typeface="微软雅黑" panose="020B0503020204020204" charset="-122"/>
              <a:cs typeface="Arial(正文)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4313" y="987255"/>
            <a:ext cx="2496732" cy="1209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0000"/>
              </a:lnSpc>
              <a:buClrTx/>
              <a:buSzTx/>
              <a:buFontTx/>
            </a:pPr>
            <a:r>
              <a:rPr lang="en-US" altLang="zh-CN" sz="952" kern="150" spc="-48">
                <a:highlight>
                  <a:srgbClr val="FFFF00"/>
                </a:highlight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-- Original DML</a:t>
            </a:r>
          </a:p>
          <a:p>
            <a:pPr algn="l">
              <a:lnSpc>
                <a:spcPct val="110000"/>
              </a:lnSpc>
            </a:pP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UPDATE</a:t>
            </a:r>
            <a:r>
              <a:rPr lang="en-US" altLang="zh-CN" sz="952" kern="150" spc="-48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t1</a:t>
            </a:r>
            <a:endParaRPr lang="en-US" altLang="zh-CN" sz="952" kern="150" spc="-48">
              <a:highlight>
                <a:srgbClr val="FFFF00"/>
              </a:highlight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SET</a:t>
            </a: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c5 = </a:t>
            </a: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DATE</a:t>
            </a: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'2000-10-03'</a:t>
            </a:r>
            <a:endParaRPr lang="en-US" altLang="zh-CN" sz="952" kern="150" spc="-48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WHERE  NOT</a:t>
            </a:r>
            <a:r>
              <a:rPr lang="en-US" altLang="zh-CN" sz="952" kern="150" spc="-48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c4 </a:t>
            </a: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IS NULL</a:t>
            </a:r>
            <a:endParaRPr lang="en-US" altLang="zh-CN" sz="952" kern="150" spc="-48">
              <a:solidFill>
                <a:srgbClr val="FF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    AND</a:t>
            </a:r>
            <a:r>
              <a:rPr lang="en-US" altLang="zh-CN" sz="952" kern="150" spc="-48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en-US" altLang="zh-CN" sz="952" kern="150" spc="-48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     </a:t>
            </a: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NOT </a:t>
            </a: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(c4</a:t>
            </a: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IN</a:t>
            </a:r>
            <a:r>
              <a:rPr lang="en-US" altLang="zh-CN" sz="952" kern="150" spc="-48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</a:t>
            </a: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SELECT</a:t>
            </a: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c15 </a:t>
            </a: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FROM</a:t>
            </a: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t2)</a:t>
            </a:r>
            <a:r>
              <a:rPr lang="en-US" altLang="zh-CN" sz="952" kern="150" spc="-48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en-US" altLang="zh-CN" sz="952" kern="150" spc="-48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             </a:t>
            </a: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 AND</a:t>
            </a:r>
            <a:r>
              <a:rPr lang="en-US" altLang="zh-CN" sz="952" kern="150" spc="-48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 = 0);</a:t>
            </a:r>
            <a:endParaRPr lang="en-US" altLang="zh-CN" sz="952" b="1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4343" y="2235956"/>
            <a:ext cx="2414195" cy="1502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z="857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-- Mutated DML</a:t>
            </a:r>
            <a:endParaRPr lang="en-US" altLang="zh-CN" sz="857">
              <a:highlight>
                <a:srgbClr val="FFFF00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UPDATE</a:t>
            </a:r>
            <a:r>
              <a:rPr lang="en-US" altLang="zh-CN" sz="952" kern="150" spc="-48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t1</a:t>
            </a:r>
            <a:endParaRPr lang="en-US" altLang="zh-CN" sz="952" kern="150" spc="-48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SET</a:t>
            </a: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c5 = </a:t>
            </a: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DATE</a:t>
            </a: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'2000-10-03'</a:t>
            </a:r>
            <a:endParaRPr lang="en-US" altLang="zh-CN" sz="952" kern="150" spc="-48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WHERE</a:t>
            </a:r>
            <a:r>
              <a:rPr lang="en-US" altLang="zh-CN" sz="952" b="1" i="1" kern="150" spc="-48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952" b="1" i="1" kern="150" spc="-48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(1 = 0) </a:t>
            </a:r>
            <a:endParaRPr lang="en-US" altLang="zh-CN" sz="952" kern="150" spc="-48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952" kern="150" spc="-48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</a:t>
            </a:r>
            <a:r>
              <a:rPr lang="en-US" altLang="zh-CN" sz="952" b="1" i="1" kern="150" spc="-48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952" b="1" i="1" kern="150" spc="-48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OR (</a:t>
            </a:r>
            <a:endParaRPr lang="en-US" altLang="zh-CN" sz="952" kern="150" spc="-48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      </a:t>
            </a: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NOT</a:t>
            </a:r>
            <a:r>
              <a:rPr lang="en-US" altLang="zh-CN" sz="952" kern="150" spc="-48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c4 </a:t>
            </a: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IS NULL</a:t>
            </a:r>
            <a:endParaRPr lang="en-US" altLang="zh-CN" sz="952" kern="150" spc="-48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>
              <a:lnSpc>
                <a:spcPct val="110000"/>
              </a:lnSpc>
            </a:pP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    </a:t>
            </a: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AND </a:t>
            </a:r>
            <a:endParaRPr lang="en-US" altLang="zh-CN" sz="952" kern="150" spc="-48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algn="l">
              <a:lnSpc>
                <a:spcPct val="110000"/>
              </a:lnSpc>
            </a:pPr>
            <a:r>
              <a:rPr lang="en-US" altLang="zh-CN" sz="952" kern="150" spc="-48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      </a:t>
            </a: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NOT</a:t>
            </a: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(c4 </a:t>
            </a: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IN</a:t>
            </a: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(</a:t>
            </a: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SELECT</a:t>
            </a: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c15</a:t>
            </a: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FROM</a:t>
            </a: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t2)</a:t>
            </a:r>
            <a:r>
              <a:rPr lang="en-US" altLang="zh-CN" sz="952" kern="150" spc="-48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</a:p>
          <a:p>
            <a:pPr indent="217728">
              <a:lnSpc>
                <a:spcPct val="110000"/>
              </a:lnSpc>
            </a:pPr>
            <a:r>
              <a:rPr lang="en-US" altLang="zh-CN" sz="952" kern="150" spc="-48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952" kern="150" spc="-48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      AND</a:t>
            </a:r>
            <a:r>
              <a:rPr lang="en-US" altLang="zh-CN" sz="952" kern="150" spc="-48">
                <a:solidFill>
                  <a:schemeClr val="accent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 = 0)</a:t>
            </a:r>
            <a:r>
              <a:rPr lang="en-US" altLang="zh-CN" sz="952" b="1" i="1" kern="150" spc="-48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)</a:t>
            </a:r>
            <a:r>
              <a:rPr lang="en-US" altLang="zh-CN" sz="952" kern="150" spc="-48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;</a:t>
            </a:r>
            <a:endParaRPr lang="en-US" altLang="zh-CN" sz="952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图片 6" descr="2768bf4f39f81dfb36eaad62df19329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8836" y="3500773"/>
            <a:ext cx="209271" cy="209271"/>
          </a:xfrm>
          <a:prstGeom prst="rect">
            <a:avLst/>
          </a:prstGeom>
        </p:spPr>
      </p:pic>
      <p:graphicFrame>
        <p:nvGraphicFramePr>
          <p:cNvPr id="9" name="表格 8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743881"/>
              </p:ext>
            </p:extLst>
          </p:nvPr>
        </p:nvGraphicFramePr>
        <p:xfrm>
          <a:off x="2861268" y="213069"/>
          <a:ext cx="1662071" cy="380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9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5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47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700"/>
                        <a:t>t1</a:t>
                      </a:r>
                    </a:p>
                  </a:txBody>
                  <a:tcPr marL="43548" marR="43548" marT="21774" marB="21774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700"/>
                        <a:t>c1</a:t>
                      </a:r>
                    </a:p>
                  </a:txBody>
                  <a:tcPr marL="43548" marR="43548" marT="21774" marB="2177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700"/>
                        <a:t>c4</a:t>
                      </a:r>
                    </a:p>
                  </a:txBody>
                  <a:tcPr marL="43548" marR="43548" marT="21774" marB="2177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700"/>
                        <a:t>c5</a:t>
                      </a:r>
                    </a:p>
                  </a:txBody>
                  <a:tcPr marL="43548" marR="43548" marT="21774" marB="2177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9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zh-CN" altLang="en-US" sz="700"/>
                    </a:p>
                  </a:txBody>
                  <a:tcPr marL="43548" marR="43548" marT="21774" marB="2177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43548" marR="43548" marT="21774" marB="2177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</a:p>
                  </a:txBody>
                  <a:tcPr marL="43548" marR="43548" marT="21774" marB="2177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 b="1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2019-02-16</a:t>
                      </a:r>
                    </a:p>
                  </a:txBody>
                  <a:tcPr marL="43548" marR="43548" marT="21774" marB="2177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629853883"/>
              </p:ext>
            </p:extLst>
          </p:nvPr>
        </p:nvGraphicFramePr>
        <p:xfrm>
          <a:off x="2864288" y="692396"/>
          <a:ext cx="789604" cy="380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7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700"/>
                        <a:t>t2</a:t>
                      </a:r>
                    </a:p>
                  </a:txBody>
                  <a:tcPr marL="43548" marR="43548" marT="21774" marB="21774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700"/>
                        <a:t>c15</a:t>
                      </a:r>
                    </a:p>
                  </a:txBody>
                  <a:tcPr marL="43548" marR="43548" marT="21774" marB="2177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9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zh-CN" altLang="en-US" sz="700"/>
                    </a:p>
                  </a:txBody>
                  <a:tcPr marL="43548" marR="43548" marT="21774" marB="2177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effectLst/>
                        </a:rPr>
                        <a:t>531.0</a:t>
                      </a:r>
                    </a:p>
                  </a:txBody>
                  <a:tcPr marL="43548" marR="43548" marT="21774" marB="2177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2144844" y="1395514"/>
            <a:ext cx="710372" cy="356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57">
                <a:latin typeface="Times New Roman" panose="02020603050405020304" charset="0"/>
                <a:cs typeface="Times New Roman" panose="02020603050405020304" charset="0"/>
                <a:sym typeface="+mn-ea"/>
              </a:rPr>
              <a:t>--result</a:t>
            </a:r>
            <a:r>
              <a:rPr lang="zh-CN" altLang="en-US" sz="857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857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original</a:t>
            </a:r>
            <a:r>
              <a:rPr lang="zh-CN" altLang="en-US" sz="857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endParaRPr lang="zh-CN" altLang="en-US" sz="857"/>
          </a:p>
        </p:txBody>
      </p:sp>
      <p:graphicFrame>
        <p:nvGraphicFramePr>
          <p:cNvPr id="18" name="表格 17"/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034645440"/>
              </p:ext>
            </p:extLst>
          </p:nvPr>
        </p:nvGraphicFramePr>
        <p:xfrm>
          <a:off x="2864293" y="1420523"/>
          <a:ext cx="1662071" cy="380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9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5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47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700"/>
                        <a:t>t1</a:t>
                      </a:r>
                    </a:p>
                  </a:txBody>
                  <a:tcPr marL="43548" marR="43548" marT="21774" marB="21774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700"/>
                        <a:t>c1</a:t>
                      </a:r>
                    </a:p>
                  </a:txBody>
                  <a:tcPr marL="43548" marR="43548" marT="21774" marB="2177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700"/>
                        <a:t>c4</a:t>
                      </a:r>
                    </a:p>
                  </a:txBody>
                  <a:tcPr marL="43548" marR="43548" marT="21774" marB="2177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700"/>
                        <a:t>c5</a:t>
                      </a:r>
                    </a:p>
                  </a:txBody>
                  <a:tcPr marL="43548" marR="43548" marT="21774" marB="2177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9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zh-CN" altLang="en-US" sz="700"/>
                    </a:p>
                  </a:txBody>
                  <a:tcPr marL="43548" marR="43548" marT="21774" marB="2177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43548" marR="43548" marT="21774" marB="2177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</a:p>
                  </a:txBody>
                  <a:tcPr marL="43548" marR="43548" marT="21774" marB="2177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 b="1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2019-02-16</a:t>
                      </a:r>
                    </a:p>
                  </a:txBody>
                  <a:tcPr marL="43548" marR="43548" marT="21774" marB="2177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933394119"/>
              </p:ext>
            </p:extLst>
          </p:nvPr>
        </p:nvGraphicFramePr>
        <p:xfrm>
          <a:off x="2855220" y="2541356"/>
          <a:ext cx="1662071" cy="380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9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5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47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700"/>
                        <a:t>t1</a:t>
                      </a:r>
                    </a:p>
                  </a:txBody>
                  <a:tcPr marL="43548" marR="43548" marT="21774" marB="21774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700"/>
                        <a:t>c1</a:t>
                      </a:r>
                    </a:p>
                  </a:txBody>
                  <a:tcPr marL="43548" marR="43548" marT="21774" marB="2177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700"/>
                        <a:t>c4</a:t>
                      </a:r>
                    </a:p>
                  </a:txBody>
                  <a:tcPr marL="43548" marR="43548" marT="21774" marB="2177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700"/>
                        <a:t>c5</a:t>
                      </a:r>
                    </a:p>
                  </a:txBody>
                  <a:tcPr marL="43548" marR="43548" marT="21774" marB="2177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9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zh-CN" altLang="en-US" sz="700"/>
                    </a:p>
                  </a:txBody>
                  <a:tcPr marL="43548" marR="43548" marT="21774" marB="2177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43548" marR="43548" marT="21774" marB="2177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</a:p>
                  </a:txBody>
                  <a:tcPr marL="43548" marR="43548" marT="21774" marB="2177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 b="1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2019-02-16</a:t>
                      </a:r>
                    </a:p>
                  </a:txBody>
                  <a:tcPr marL="43548" marR="43548" marT="21774" marB="2177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60955001"/>
              </p:ext>
            </p:extLst>
          </p:nvPr>
        </p:nvGraphicFramePr>
        <p:xfrm>
          <a:off x="2864289" y="3336558"/>
          <a:ext cx="1662071" cy="380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9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5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477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700"/>
                        <a:t>t1</a:t>
                      </a:r>
                    </a:p>
                  </a:txBody>
                  <a:tcPr marL="43548" marR="43548" marT="21774" marB="21774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700"/>
                        <a:t>c1</a:t>
                      </a:r>
                    </a:p>
                  </a:txBody>
                  <a:tcPr marL="43548" marR="43548" marT="21774" marB="2177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700"/>
                        <a:t>c4</a:t>
                      </a:r>
                    </a:p>
                  </a:txBody>
                  <a:tcPr marL="43548" marR="43548" marT="21774" marB="2177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700"/>
                        <a:t>c5</a:t>
                      </a:r>
                    </a:p>
                  </a:txBody>
                  <a:tcPr marL="43548" marR="43548" marT="21774" marB="2177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9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zh-CN" altLang="en-US" sz="700"/>
                    </a:p>
                  </a:txBody>
                  <a:tcPr marL="43548" marR="43548" marT="21774" marB="21774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43548" marR="43548" marT="21774" marB="2177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</a:p>
                  </a:txBody>
                  <a:tcPr marL="43548" marR="43548" marT="21774" marB="2177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1000" b="1" i="1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2000-10-03</a:t>
                      </a:r>
                    </a:p>
                  </a:txBody>
                  <a:tcPr marL="43548" marR="43548" marT="21774" marB="21774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2162689" y="2529265"/>
            <a:ext cx="701600" cy="356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57">
                <a:latin typeface="Times New Roman" panose="02020603050405020304" charset="0"/>
                <a:cs typeface="Times New Roman" panose="02020603050405020304" charset="0"/>
                <a:sym typeface="+mn-ea"/>
              </a:rPr>
              <a:t>--result</a:t>
            </a:r>
          </a:p>
          <a:p>
            <a:pPr algn="ctr"/>
            <a:r>
              <a:rPr lang="zh-CN" altLang="en-US" sz="857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857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expected</a:t>
            </a:r>
            <a:r>
              <a:rPr lang="zh-CN" altLang="en-US" sz="857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endParaRPr lang="zh-CN" altLang="en-US" sz="857"/>
          </a:p>
        </p:txBody>
      </p:sp>
      <p:sp>
        <p:nvSpPr>
          <p:cNvPr id="23" name="文本框 22"/>
          <p:cNvSpPr txBox="1"/>
          <p:nvPr/>
        </p:nvSpPr>
        <p:spPr>
          <a:xfrm>
            <a:off x="2223624" y="3296325"/>
            <a:ext cx="579426" cy="356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57">
                <a:latin typeface="Times New Roman" panose="02020603050405020304" charset="0"/>
                <a:cs typeface="Times New Roman" panose="02020603050405020304" charset="0"/>
                <a:sym typeface="+mn-ea"/>
              </a:rPr>
              <a:t>--result</a:t>
            </a:r>
          </a:p>
          <a:p>
            <a:pPr algn="ctr"/>
            <a:r>
              <a:rPr lang="zh-CN" altLang="en-US" sz="857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857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actual</a:t>
            </a:r>
            <a:r>
              <a:rPr lang="zh-CN" altLang="en-US" sz="857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）</a:t>
            </a:r>
            <a:endParaRPr lang="zh-CN" altLang="en-US" sz="857" b="1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3344E4D-703B-FF68-7CE1-7A03338308C0}"/>
              </a:ext>
            </a:extLst>
          </p:cNvPr>
          <p:cNvSpPr txBox="1"/>
          <p:nvPr/>
        </p:nvSpPr>
        <p:spPr>
          <a:xfrm>
            <a:off x="368008" y="3879417"/>
            <a:ext cx="436274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b="1"/>
              <a:t>MonetDB Bug#7888: Incorrect Predicate Simplification under OR Leading to Wrong UPDATE Execution</a:t>
            </a:r>
          </a:p>
          <a:p>
            <a:endParaRPr lang="zh-CN" altLang="en-US" sz="1000" b="1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07*72"/>
  <p:tag name="TABLE_ENDDRAG_RECT" val="596*270*207*7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33*85"/>
  <p:tag name="TABLE_ENDDRAG_RECT" val="607*428*133*8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07*72"/>
  <p:tag name="TABLE_ENDDRAG_RECT" val="596*270*207*7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07*72"/>
  <p:tag name="TABLE_ENDDRAG_RECT" val="596*270*207*7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07*72"/>
  <p:tag name="TABLE_ENDDRAG_RECT" val="596*270*207*72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148</TotalTime>
  <Words>181</Words>
  <Application>Microsoft Office PowerPoint</Application>
  <PresentationFormat>自定义</PresentationFormat>
  <Paragraphs>57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Arial(正文)</vt:lpstr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 lin</dc:creator>
  <cp:lastModifiedBy>li lin</cp:lastModifiedBy>
  <cp:revision>13</cp:revision>
  <dcterms:created xsi:type="dcterms:W3CDTF">2023-08-09T12:44:00Z</dcterms:created>
  <dcterms:modified xsi:type="dcterms:W3CDTF">2026-04-10T13:59:07Z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