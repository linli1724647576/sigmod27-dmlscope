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9" r:id="rId2"/>
  </p:sldIdLst>
  <p:sldSz cx="5351463" cy="3041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16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14" autoAdjust="0"/>
    <p:restoredTop sz="94660"/>
  </p:normalViewPr>
  <p:slideViewPr>
    <p:cSldViewPr snapToGrid="0" showGuides="1">
      <p:cViewPr varScale="1">
        <p:scale>
          <a:sx n="345" d="100"/>
          <a:sy n="345" d="100"/>
        </p:scale>
        <p:origin x="750" y="246"/>
      </p:cViewPr>
      <p:guideLst>
        <p:guide orient="horz" pos="958"/>
        <p:guide pos="16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8933" y="497789"/>
            <a:ext cx="4013597" cy="1058945"/>
          </a:xfrm>
        </p:spPr>
        <p:txBody>
          <a:bodyPr anchor="b"/>
          <a:lstStyle>
            <a:lvl1pPr algn="ctr">
              <a:defRPr sz="26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8933" y="1597571"/>
            <a:ext cx="4013597" cy="734361"/>
          </a:xfrm>
        </p:spPr>
        <p:txBody>
          <a:bodyPr/>
          <a:lstStyle>
            <a:lvl1pPr marL="0" indent="0" algn="ctr">
              <a:buNone/>
              <a:defRPr sz="1053"/>
            </a:lvl1pPr>
            <a:lvl2pPr marL="200665" indent="0" algn="ctr">
              <a:buNone/>
              <a:defRPr sz="878"/>
            </a:lvl2pPr>
            <a:lvl3pPr marL="401330" indent="0" algn="ctr">
              <a:buNone/>
              <a:defRPr sz="790"/>
            </a:lvl3pPr>
            <a:lvl4pPr marL="601995" indent="0" algn="ctr">
              <a:buNone/>
              <a:defRPr sz="702"/>
            </a:lvl4pPr>
            <a:lvl5pPr marL="802660" indent="0" algn="ctr">
              <a:buNone/>
              <a:defRPr sz="702"/>
            </a:lvl5pPr>
            <a:lvl6pPr marL="1003325" indent="0" algn="ctr">
              <a:buNone/>
              <a:defRPr sz="702"/>
            </a:lvl6pPr>
            <a:lvl7pPr marL="1203990" indent="0" algn="ctr">
              <a:buNone/>
              <a:defRPr sz="702"/>
            </a:lvl7pPr>
            <a:lvl8pPr marL="1404656" indent="0" algn="ctr">
              <a:buNone/>
              <a:defRPr sz="702"/>
            </a:lvl8pPr>
            <a:lvl9pPr marL="1605321" indent="0" algn="ctr">
              <a:buNone/>
              <a:defRPr sz="70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1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17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6" y="758301"/>
            <a:ext cx="4615637" cy="1265242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6" y="2035512"/>
            <a:ext cx="4615637" cy="665361"/>
          </a:xfrm>
        </p:spPr>
        <p:txBody>
          <a:bodyPr/>
          <a:lstStyle>
            <a:lvl1pPr marL="0" indent="0">
              <a:buNone/>
              <a:defRPr sz="1053">
                <a:solidFill>
                  <a:schemeClr val="tx1">
                    <a:tint val="75000"/>
                  </a:schemeClr>
                </a:solidFill>
              </a:defRPr>
            </a:lvl1pPr>
            <a:lvl2pPr marL="200665" indent="0">
              <a:buNone/>
              <a:defRPr sz="878">
                <a:solidFill>
                  <a:schemeClr val="tx1">
                    <a:tint val="75000"/>
                  </a:schemeClr>
                </a:solidFill>
              </a:defRPr>
            </a:lvl2pPr>
            <a:lvl3pPr marL="40133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3pPr>
            <a:lvl4pPr marL="601995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4pPr>
            <a:lvl5pPr marL="802660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5pPr>
            <a:lvl6pPr marL="1003325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6pPr>
            <a:lvl7pPr marL="1203990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7pPr>
            <a:lvl8pPr marL="1404656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8pPr>
            <a:lvl9pPr marL="1605321" indent="0">
              <a:buNone/>
              <a:defRPr sz="7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1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13" y="809698"/>
            <a:ext cx="2274372" cy="19298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09178" y="809698"/>
            <a:ext cx="2274372" cy="19298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43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161940"/>
            <a:ext cx="4615637" cy="587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611" y="745627"/>
            <a:ext cx="2263919" cy="365420"/>
          </a:xfrm>
        </p:spPr>
        <p:txBody>
          <a:bodyPr anchor="b"/>
          <a:lstStyle>
            <a:lvl1pPr marL="0" indent="0">
              <a:buNone/>
              <a:defRPr sz="1053" b="1"/>
            </a:lvl1pPr>
            <a:lvl2pPr marL="200665" indent="0">
              <a:buNone/>
              <a:defRPr sz="878" b="1"/>
            </a:lvl2pPr>
            <a:lvl3pPr marL="401330" indent="0">
              <a:buNone/>
              <a:defRPr sz="790" b="1"/>
            </a:lvl3pPr>
            <a:lvl4pPr marL="601995" indent="0">
              <a:buNone/>
              <a:defRPr sz="702" b="1"/>
            </a:lvl4pPr>
            <a:lvl5pPr marL="802660" indent="0">
              <a:buNone/>
              <a:defRPr sz="702" b="1"/>
            </a:lvl5pPr>
            <a:lvl6pPr marL="1003325" indent="0">
              <a:buNone/>
              <a:defRPr sz="702" b="1"/>
            </a:lvl6pPr>
            <a:lvl7pPr marL="1203990" indent="0">
              <a:buNone/>
              <a:defRPr sz="702" b="1"/>
            </a:lvl7pPr>
            <a:lvl8pPr marL="1404656" indent="0">
              <a:buNone/>
              <a:defRPr sz="702" b="1"/>
            </a:lvl8pPr>
            <a:lvl9pPr marL="1605321" indent="0">
              <a:buNone/>
              <a:defRPr sz="7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611" y="1111047"/>
            <a:ext cx="2263919" cy="1634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09178" y="745627"/>
            <a:ext cx="2275069" cy="365420"/>
          </a:xfrm>
        </p:spPr>
        <p:txBody>
          <a:bodyPr anchor="b"/>
          <a:lstStyle>
            <a:lvl1pPr marL="0" indent="0">
              <a:buNone/>
              <a:defRPr sz="1053" b="1"/>
            </a:lvl1pPr>
            <a:lvl2pPr marL="200665" indent="0">
              <a:buNone/>
              <a:defRPr sz="878" b="1"/>
            </a:lvl2pPr>
            <a:lvl3pPr marL="401330" indent="0">
              <a:buNone/>
              <a:defRPr sz="790" b="1"/>
            </a:lvl3pPr>
            <a:lvl4pPr marL="601995" indent="0">
              <a:buNone/>
              <a:defRPr sz="702" b="1"/>
            </a:lvl4pPr>
            <a:lvl5pPr marL="802660" indent="0">
              <a:buNone/>
              <a:defRPr sz="702" b="1"/>
            </a:lvl5pPr>
            <a:lvl6pPr marL="1003325" indent="0">
              <a:buNone/>
              <a:defRPr sz="702" b="1"/>
            </a:lvl6pPr>
            <a:lvl7pPr marL="1203990" indent="0">
              <a:buNone/>
              <a:defRPr sz="702" b="1"/>
            </a:lvl7pPr>
            <a:lvl8pPr marL="1404656" indent="0">
              <a:buNone/>
              <a:defRPr sz="702" b="1"/>
            </a:lvl8pPr>
            <a:lvl9pPr marL="1605321" indent="0">
              <a:buNone/>
              <a:defRPr sz="7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09178" y="1111047"/>
            <a:ext cx="2275069" cy="1634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52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4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8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202777"/>
            <a:ext cx="1725986" cy="709718"/>
          </a:xfrm>
        </p:spPr>
        <p:txBody>
          <a:bodyPr anchor="b"/>
          <a:lstStyle>
            <a:lvl1pPr>
              <a:defRPr sz="14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5069" y="437941"/>
            <a:ext cx="2709178" cy="2161543"/>
          </a:xfrm>
        </p:spPr>
        <p:txBody>
          <a:bodyPr/>
          <a:lstStyle>
            <a:lvl1pPr>
              <a:defRPr sz="1404"/>
            </a:lvl1pPr>
            <a:lvl2pPr>
              <a:defRPr sz="1229"/>
            </a:lvl2pPr>
            <a:lvl3pPr>
              <a:defRPr sz="1053"/>
            </a:lvl3pPr>
            <a:lvl4pPr>
              <a:defRPr sz="878"/>
            </a:lvl4pPr>
            <a:lvl5pPr>
              <a:defRPr sz="878"/>
            </a:lvl5pPr>
            <a:lvl6pPr>
              <a:defRPr sz="878"/>
            </a:lvl6pPr>
            <a:lvl7pPr>
              <a:defRPr sz="878"/>
            </a:lvl7pPr>
            <a:lvl8pPr>
              <a:defRPr sz="878"/>
            </a:lvl8pPr>
            <a:lvl9pPr>
              <a:defRPr sz="87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10" y="912495"/>
            <a:ext cx="1725986" cy="1690510"/>
          </a:xfrm>
        </p:spPr>
        <p:txBody>
          <a:bodyPr/>
          <a:lstStyle>
            <a:lvl1pPr marL="0" indent="0">
              <a:buNone/>
              <a:defRPr sz="702"/>
            </a:lvl1pPr>
            <a:lvl2pPr marL="200665" indent="0">
              <a:buNone/>
              <a:defRPr sz="614"/>
            </a:lvl2pPr>
            <a:lvl3pPr marL="401330" indent="0">
              <a:buNone/>
              <a:defRPr sz="527"/>
            </a:lvl3pPr>
            <a:lvl4pPr marL="601995" indent="0">
              <a:buNone/>
              <a:defRPr sz="439"/>
            </a:lvl4pPr>
            <a:lvl5pPr marL="802660" indent="0">
              <a:buNone/>
              <a:defRPr sz="439"/>
            </a:lvl5pPr>
            <a:lvl6pPr marL="1003325" indent="0">
              <a:buNone/>
              <a:defRPr sz="439"/>
            </a:lvl6pPr>
            <a:lvl7pPr marL="1203990" indent="0">
              <a:buNone/>
              <a:defRPr sz="439"/>
            </a:lvl7pPr>
            <a:lvl8pPr marL="1404656" indent="0">
              <a:buNone/>
              <a:defRPr sz="439"/>
            </a:lvl8pPr>
            <a:lvl9pPr marL="1605321" indent="0">
              <a:buNone/>
              <a:defRPr sz="43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54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610" y="202777"/>
            <a:ext cx="1725986" cy="709718"/>
          </a:xfrm>
        </p:spPr>
        <p:txBody>
          <a:bodyPr anchor="b"/>
          <a:lstStyle>
            <a:lvl1pPr>
              <a:defRPr sz="14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75069" y="437941"/>
            <a:ext cx="2709178" cy="2161543"/>
          </a:xfrm>
        </p:spPr>
        <p:txBody>
          <a:bodyPr anchor="t"/>
          <a:lstStyle>
            <a:lvl1pPr marL="0" indent="0">
              <a:buNone/>
              <a:defRPr sz="1404"/>
            </a:lvl1pPr>
            <a:lvl2pPr marL="200665" indent="0">
              <a:buNone/>
              <a:defRPr sz="1229"/>
            </a:lvl2pPr>
            <a:lvl3pPr marL="401330" indent="0">
              <a:buNone/>
              <a:defRPr sz="1053"/>
            </a:lvl3pPr>
            <a:lvl4pPr marL="601995" indent="0">
              <a:buNone/>
              <a:defRPr sz="878"/>
            </a:lvl4pPr>
            <a:lvl5pPr marL="802660" indent="0">
              <a:buNone/>
              <a:defRPr sz="878"/>
            </a:lvl5pPr>
            <a:lvl6pPr marL="1003325" indent="0">
              <a:buNone/>
              <a:defRPr sz="878"/>
            </a:lvl6pPr>
            <a:lvl7pPr marL="1203990" indent="0">
              <a:buNone/>
              <a:defRPr sz="878"/>
            </a:lvl7pPr>
            <a:lvl8pPr marL="1404656" indent="0">
              <a:buNone/>
              <a:defRPr sz="878"/>
            </a:lvl8pPr>
            <a:lvl9pPr marL="1605321" indent="0">
              <a:buNone/>
              <a:defRPr sz="87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610" y="912495"/>
            <a:ext cx="1725986" cy="1690510"/>
          </a:xfrm>
        </p:spPr>
        <p:txBody>
          <a:bodyPr/>
          <a:lstStyle>
            <a:lvl1pPr marL="0" indent="0">
              <a:buNone/>
              <a:defRPr sz="702"/>
            </a:lvl1pPr>
            <a:lvl2pPr marL="200665" indent="0">
              <a:buNone/>
              <a:defRPr sz="614"/>
            </a:lvl2pPr>
            <a:lvl3pPr marL="401330" indent="0">
              <a:buNone/>
              <a:defRPr sz="527"/>
            </a:lvl3pPr>
            <a:lvl4pPr marL="601995" indent="0">
              <a:buNone/>
              <a:defRPr sz="439"/>
            </a:lvl4pPr>
            <a:lvl5pPr marL="802660" indent="0">
              <a:buNone/>
              <a:defRPr sz="439"/>
            </a:lvl5pPr>
            <a:lvl6pPr marL="1003325" indent="0">
              <a:buNone/>
              <a:defRPr sz="439"/>
            </a:lvl6pPr>
            <a:lvl7pPr marL="1203990" indent="0">
              <a:buNone/>
              <a:defRPr sz="439"/>
            </a:lvl7pPr>
            <a:lvl8pPr marL="1404656" indent="0">
              <a:buNone/>
              <a:defRPr sz="439"/>
            </a:lvl8pPr>
            <a:lvl9pPr marL="1605321" indent="0">
              <a:buNone/>
              <a:defRPr sz="43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01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69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29641" y="161940"/>
            <a:ext cx="1153909" cy="257765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913" y="161940"/>
            <a:ext cx="3394834" cy="257765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4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7913" y="161940"/>
            <a:ext cx="4615637" cy="587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913" y="809698"/>
            <a:ext cx="4615637" cy="1929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7913" y="2819159"/>
            <a:ext cx="1204079" cy="161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2672" y="2819159"/>
            <a:ext cx="1806119" cy="161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9471" y="2819159"/>
            <a:ext cx="1204079" cy="161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50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01330" rtl="0" eaLnBrk="1" latinLnBrk="0" hangingPunct="1">
        <a:lnSpc>
          <a:spcPct val="90000"/>
        </a:lnSpc>
        <a:spcBef>
          <a:spcPct val="0"/>
        </a:spcBef>
        <a:buNone/>
        <a:defRPr sz="19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333" indent="-100333" algn="l" defTabSz="40133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229" kern="1200">
          <a:solidFill>
            <a:schemeClr val="tx1"/>
          </a:solidFill>
          <a:latin typeface="+mn-lt"/>
          <a:ea typeface="+mn-ea"/>
          <a:cs typeface="+mn-cs"/>
        </a:defRPr>
      </a:lvl1pPr>
      <a:lvl2pPr marL="300998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1053" kern="1200">
          <a:solidFill>
            <a:schemeClr val="tx1"/>
          </a:solidFill>
          <a:latin typeface="+mn-lt"/>
          <a:ea typeface="+mn-ea"/>
          <a:cs typeface="+mn-cs"/>
        </a:defRPr>
      </a:lvl2pPr>
      <a:lvl3pPr marL="501663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878" kern="1200">
          <a:solidFill>
            <a:schemeClr val="tx1"/>
          </a:solidFill>
          <a:latin typeface="+mn-lt"/>
          <a:ea typeface="+mn-ea"/>
          <a:cs typeface="+mn-cs"/>
        </a:defRPr>
      </a:lvl3pPr>
      <a:lvl4pPr marL="702328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4pPr>
      <a:lvl5pPr marL="902993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5pPr>
      <a:lvl6pPr marL="1103658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6pPr>
      <a:lvl7pPr marL="1304323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7pPr>
      <a:lvl8pPr marL="1504988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8pPr>
      <a:lvl9pPr marL="1705653" indent="-100333" algn="l" defTabSz="401330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1pPr>
      <a:lvl2pPr marL="200665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2pPr>
      <a:lvl3pPr marL="401330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3pPr>
      <a:lvl4pPr marL="601995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4pPr>
      <a:lvl5pPr marL="802660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5pPr>
      <a:lvl6pPr marL="1003325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6pPr>
      <a:lvl7pPr marL="1203990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7pPr>
      <a:lvl8pPr marL="1404656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8pPr>
      <a:lvl9pPr marL="1605321" algn="l" defTabSz="401330" rtl="0" eaLnBrk="1" latinLnBrk="0" hangingPunct="1">
        <a:defRPr sz="7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8453" y="32754"/>
            <a:ext cx="262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1.Pick context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8453" y="1117955"/>
            <a:ext cx="197816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4354" y="1564168"/>
            <a:ext cx="197226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SLOT2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8459" y="762588"/>
            <a:ext cx="5208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2.Pick function + overload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8449" y="1977039"/>
            <a:ext cx="423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3.Build an admissible call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B9C670-E4C3-73F0-3191-6C2C3BF54B47}"/>
              </a:ext>
            </a:extLst>
          </p:cNvPr>
          <p:cNvSpPr txBox="1"/>
          <p:nvPr/>
        </p:nvSpPr>
        <p:spPr>
          <a:xfrm>
            <a:off x="98459" y="382662"/>
            <a:ext cx="5208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SLOT1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FROM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SLOT2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51A0D7C-A153-812F-8A8C-79C61FF51CED}"/>
              </a:ext>
            </a:extLst>
          </p:cNvPr>
          <p:cNvSpPr txBox="1"/>
          <p:nvPr/>
        </p:nvSpPr>
        <p:spPr>
          <a:xfrm>
            <a:off x="1825747" y="1114058"/>
            <a:ext cx="345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DATE_FORMAT(param1,param2)</a:t>
            </a:r>
            <a:endParaRPr lang="zh-CN" altLang="en-US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E1C241-29D0-4DE7-24DA-999AFF7C7DBE}"/>
              </a:ext>
            </a:extLst>
          </p:cNvPr>
          <p:cNvSpPr txBox="1"/>
          <p:nvPr/>
        </p:nvSpPr>
        <p:spPr>
          <a:xfrm>
            <a:off x="1825741" y="1531929"/>
            <a:ext cx="177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ASIN(param1)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89482EF0-6FB3-3EC9-2279-FE42EA214CA0}"/>
              </a:ext>
            </a:extLst>
          </p:cNvPr>
          <p:cNvSpPr/>
          <p:nvPr/>
        </p:nvSpPr>
        <p:spPr>
          <a:xfrm>
            <a:off x="943037" y="1420763"/>
            <a:ext cx="882704" cy="14835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7CAC973-96BF-7C91-7BEA-A44DC92CF63B}"/>
              </a:ext>
            </a:extLst>
          </p:cNvPr>
          <p:cNvSpPr txBox="1"/>
          <p:nvPr/>
        </p:nvSpPr>
        <p:spPr>
          <a:xfrm>
            <a:off x="76890" y="2332408"/>
            <a:ext cx="5251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DATE_FORMAT(t3.c5,’YYYY-MM-DD’)</a:t>
            </a:r>
            <a:endParaRPr lang="en-US" altLang="zh-CN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ASIN(t3.c1)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&gt; 0</a:t>
            </a:r>
            <a:r>
              <a:rPr lang="en-US" altLang="zh-CN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109</TotalTime>
  <Words>62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29</cp:revision>
  <dcterms:created xsi:type="dcterms:W3CDTF">2023-08-09T12:44:00Z</dcterms:created>
  <dcterms:modified xsi:type="dcterms:W3CDTF">2026-02-08T07:54:38Z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DFB1E394B96341D4930BB3C7380417A2_13</vt:lpwstr>
  </property>
</Properties>
</file>