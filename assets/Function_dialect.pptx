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</p:sldIdLst>
  <p:sldSz cx="7512050" cy="2322513"/>
  <p:notesSz cx="6858000" cy="9144000"/>
  <p:defaultTextStyle>
    <a:defPPr>
      <a:defRPr lang="en-US"/>
    </a:defPPr>
    <a:lvl1pPr marL="0" algn="l" defTabSz="249794" rtl="0" eaLnBrk="1" latinLnBrk="0" hangingPunct="1">
      <a:defRPr sz="984" kern="1200">
        <a:solidFill>
          <a:schemeClr val="tx1"/>
        </a:solidFill>
        <a:latin typeface="+mn-lt"/>
        <a:ea typeface="+mn-ea"/>
        <a:cs typeface="+mn-cs"/>
      </a:defRPr>
    </a:lvl1pPr>
    <a:lvl2pPr marL="249794" algn="l" defTabSz="249794" rtl="0" eaLnBrk="1" latinLnBrk="0" hangingPunct="1">
      <a:defRPr sz="984" kern="1200">
        <a:solidFill>
          <a:schemeClr val="tx1"/>
        </a:solidFill>
        <a:latin typeface="+mn-lt"/>
        <a:ea typeface="+mn-ea"/>
        <a:cs typeface="+mn-cs"/>
      </a:defRPr>
    </a:lvl2pPr>
    <a:lvl3pPr marL="499590" algn="l" defTabSz="249794" rtl="0" eaLnBrk="1" latinLnBrk="0" hangingPunct="1">
      <a:defRPr sz="984" kern="1200">
        <a:solidFill>
          <a:schemeClr val="tx1"/>
        </a:solidFill>
        <a:latin typeface="+mn-lt"/>
        <a:ea typeface="+mn-ea"/>
        <a:cs typeface="+mn-cs"/>
      </a:defRPr>
    </a:lvl3pPr>
    <a:lvl4pPr marL="749384" algn="l" defTabSz="249794" rtl="0" eaLnBrk="1" latinLnBrk="0" hangingPunct="1">
      <a:defRPr sz="984" kern="1200">
        <a:solidFill>
          <a:schemeClr val="tx1"/>
        </a:solidFill>
        <a:latin typeface="+mn-lt"/>
        <a:ea typeface="+mn-ea"/>
        <a:cs typeface="+mn-cs"/>
      </a:defRPr>
    </a:lvl4pPr>
    <a:lvl5pPr marL="999178" algn="l" defTabSz="249794" rtl="0" eaLnBrk="1" latinLnBrk="0" hangingPunct="1">
      <a:defRPr sz="984" kern="1200">
        <a:solidFill>
          <a:schemeClr val="tx1"/>
        </a:solidFill>
        <a:latin typeface="+mn-lt"/>
        <a:ea typeface="+mn-ea"/>
        <a:cs typeface="+mn-cs"/>
      </a:defRPr>
    </a:lvl5pPr>
    <a:lvl6pPr marL="1248973" algn="l" defTabSz="249794" rtl="0" eaLnBrk="1" latinLnBrk="0" hangingPunct="1">
      <a:defRPr sz="984" kern="1200">
        <a:solidFill>
          <a:schemeClr val="tx1"/>
        </a:solidFill>
        <a:latin typeface="+mn-lt"/>
        <a:ea typeface="+mn-ea"/>
        <a:cs typeface="+mn-cs"/>
      </a:defRPr>
    </a:lvl6pPr>
    <a:lvl7pPr marL="1498768" algn="l" defTabSz="249794" rtl="0" eaLnBrk="1" latinLnBrk="0" hangingPunct="1">
      <a:defRPr sz="984" kern="1200">
        <a:solidFill>
          <a:schemeClr val="tx1"/>
        </a:solidFill>
        <a:latin typeface="+mn-lt"/>
        <a:ea typeface="+mn-ea"/>
        <a:cs typeface="+mn-cs"/>
      </a:defRPr>
    </a:lvl7pPr>
    <a:lvl8pPr marL="1748562" algn="l" defTabSz="249794" rtl="0" eaLnBrk="1" latinLnBrk="0" hangingPunct="1">
      <a:defRPr sz="984" kern="1200">
        <a:solidFill>
          <a:schemeClr val="tx1"/>
        </a:solidFill>
        <a:latin typeface="+mn-lt"/>
        <a:ea typeface="+mn-ea"/>
        <a:cs typeface="+mn-cs"/>
      </a:defRPr>
    </a:lvl8pPr>
    <a:lvl9pPr marL="1998357" algn="l" defTabSz="249794" rtl="0" eaLnBrk="1" latinLnBrk="0" hangingPunct="1">
      <a:defRPr sz="98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32" userDrawn="1">
          <p15:clr>
            <a:srgbClr val="A4A3A4"/>
          </p15:clr>
        </p15:guide>
        <p15:guide id="2" pos="23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8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21" d="100"/>
          <a:sy n="121" d="100"/>
        </p:scale>
        <p:origin x="96" y="2574"/>
      </p:cViewPr>
      <p:guideLst>
        <p:guide orient="horz" pos="732"/>
        <p:guide pos="236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9007" y="380099"/>
            <a:ext cx="5634038" cy="808579"/>
          </a:xfrm>
        </p:spPr>
        <p:txBody>
          <a:bodyPr anchor="b"/>
          <a:lstStyle>
            <a:lvl1pPr algn="ctr">
              <a:defRPr sz="53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9007" y="1219858"/>
            <a:ext cx="5634038" cy="560736"/>
          </a:xfrm>
        </p:spPr>
        <p:txBody>
          <a:bodyPr/>
          <a:lstStyle>
            <a:lvl1pPr marL="0" indent="0" algn="ctr">
              <a:buNone/>
              <a:defRPr sz="2161"/>
            </a:lvl1pPr>
            <a:lvl2pPr marL="411632" indent="0" algn="ctr">
              <a:buNone/>
              <a:defRPr sz="1796"/>
            </a:lvl2pPr>
            <a:lvl3pPr marL="822338" indent="0" algn="ctr">
              <a:buNone/>
              <a:defRPr sz="1621"/>
            </a:lvl3pPr>
            <a:lvl4pPr marL="1233970" indent="0" algn="ctr">
              <a:buNone/>
              <a:defRPr sz="1438"/>
            </a:lvl4pPr>
            <a:lvl5pPr marL="1644675" indent="0" algn="ctr">
              <a:buNone/>
              <a:defRPr sz="1438"/>
            </a:lvl5pPr>
            <a:lvl6pPr marL="2056308" indent="0" algn="ctr">
              <a:buNone/>
              <a:defRPr sz="1438"/>
            </a:lvl6pPr>
            <a:lvl7pPr marL="2467940" indent="0" algn="ctr">
              <a:buNone/>
              <a:defRPr sz="1438"/>
            </a:lvl7pPr>
            <a:lvl8pPr marL="2878646" indent="0" algn="ctr">
              <a:buNone/>
              <a:defRPr sz="1438"/>
            </a:lvl8pPr>
            <a:lvl9pPr marL="3290278" indent="0" algn="ctr">
              <a:buNone/>
              <a:defRPr sz="143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406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717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546" y="579018"/>
            <a:ext cx="6479143" cy="966101"/>
          </a:xfrm>
        </p:spPr>
        <p:txBody>
          <a:bodyPr anchor="b"/>
          <a:lstStyle>
            <a:lvl1pPr>
              <a:defRPr sz="53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46" y="1554256"/>
            <a:ext cx="6479143" cy="508050"/>
          </a:xfrm>
        </p:spPr>
        <p:txBody>
          <a:bodyPr/>
          <a:lstStyle>
            <a:lvl1pPr marL="0" indent="0">
              <a:buNone/>
              <a:defRPr sz="2161">
                <a:solidFill>
                  <a:schemeClr val="tx1">
                    <a:tint val="75000"/>
                  </a:schemeClr>
                </a:solidFill>
              </a:defRPr>
            </a:lvl1pPr>
            <a:lvl2pPr marL="411632" indent="0">
              <a:buNone/>
              <a:defRPr sz="1796">
                <a:solidFill>
                  <a:schemeClr val="tx1">
                    <a:tint val="75000"/>
                  </a:schemeClr>
                </a:solidFill>
              </a:defRPr>
            </a:lvl2pPr>
            <a:lvl3pPr marL="822338" indent="0">
              <a:buNone/>
              <a:defRPr sz="1621">
                <a:solidFill>
                  <a:schemeClr val="tx1">
                    <a:tint val="75000"/>
                  </a:schemeClr>
                </a:solidFill>
              </a:defRPr>
            </a:lvl3pPr>
            <a:lvl4pPr marL="1233970" indent="0">
              <a:buNone/>
              <a:defRPr sz="1438">
                <a:solidFill>
                  <a:schemeClr val="tx1">
                    <a:tint val="75000"/>
                  </a:schemeClr>
                </a:solidFill>
              </a:defRPr>
            </a:lvl4pPr>
            <a:lvl5pPr marL="1644675" indent="0">
              <a:buNone/>
              <a:defRPr sz="1438">
                <a:solidFill>
                  <a:schemeClr val="tx1">
                    <a:tint val="75000"/>
                  </a:schemeClr>
                </a:solidFill>
              </a:defRPr>
            </a:lvl5pPr>
            <a:lvl6pPr marL="2056308" indent="0">
              <a:buNone/>
              <a:defRPr sz="1438">
                <a:solidFill>
                  <a:schemeClr val="tx1">
                    <a:tint val="75000"/>
                  </a:schemeClr>
                </a:solidFill>
              </a:defRPr>
            </a:lvl6pPr>
            <a:lvl7pPr marL="2467940" indent="0">
              <a:buNone/>
              <a:defRPr sz="1438">
                <a:solidFill>
                  <a:schemeClr val="tx1">
                    <a:tint val="75000"/>
                  </a:schemeClr>
                </a:solidFill>
              </a:defRPr>
            </a:lvl7pPr>
            <a:lvl8pPr marL="2878646" indent="0">
              <a:buNone/>
              <a:defRPr sz="1438">
                <a:solidFill>
                  <a:schemeClr val="tx1">
                    <a:tint val="75000"/>
                  </a:schemeClr>
                </a:solidFill>
              </a:defRPr>
            </a:lvl8pPr>
            <a:lvl9pPr marL="3290278" indent="0">
              <a:buNone/>
              <a:defRPr sz="14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816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6455" y="618263"/>
            <a:ext cx="3192622" cy="1473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2975" y="618263"/>
            <a:ext cx="3192622" cy="1473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863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436" y="123655"/>
            <a:ext cx="6479143" cy="44891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436" y="569338"/>
            <a:ext cx="3177949" cy="279024"/>
          </a:xfrm>
        </p:spPr>
        <p:txBody>
          <a:bodyPr anchor="b"/>
          <a:lstStyle>
            <a:lvl1pPr marL="0" indent="0">
              <a:buNone/>
              <a:defRPr sz="2161" b="1"/>
            </a:lvl1pPr>
            <a:lvl2pPr marL="411632" indent="0">
              <a:buNone/>
              <a:defRPr sz="1796" b="1"/>
            </a:lvl2pPr>
            <a:lvl3pPr marL="822338" indent="0">
              <a:buNone/>
              <a:defRPr sz="1621" b="1"/>
            </a:lvl3pPr>
            <a:lvl4pPr marL="1233970" indent="0">
              <a:buNone/>
              <a:defRPr sz="1438" b="1"/>
            </a:lvl4pPr>
            <a:lvl5pPr marL="1644675" indent="0">
              <a:buNone/>
              <a:defRPr sz="1438" b="1"/>
            </a:lvl5pPr>
            <a:lvl6pPr marL="2056308" indent="0">
              <a:buNone/>
              <a:defRPr sz="1438" b="1"/>
            </a:lvl6pPr>
            <a:lvl7pPr marL="2467940" indent="0">
              <a:buNone/>
              <a:defRPr sz="1438" b="1"/>
            </a:lvl7pPr>
            <a:lvl8pPr marL="2878646" indent="0">
              <a:buNone/>
              <a:defRPr sz="1438" b="1"/>
            </a:lvl8pPr>
            <a:lvl9pPr marL="3290278" indent="0">
              <a:buNone/>
              <a:defRPr sz="143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7436" y="848363"/>
            <a:ext cx="3177949" cy="124781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02977" y="569338"/>
            <a:ext cx="3193601" cy="279024"/>
          </a:xfrm>
        </p:spPr>
        <p:txBody>
          <a:bodyPr anchor="b"/>
          <a:lstStyle>
            <a:lvl1pPr marL="0" indent="0">
              <a:buNone/>
              <a:defRPr sz="2161" b="1"/>
            </a:lvl1pPr>
            <a:lvl2pPr marL="411632" indent="0">
              <a:buNone/>
              <a:defRPr sz="1796" b="1"/>
            </a:lvl2pPr>
            <a:lvl3pPr marL="822338" indent="0">
              <a:buNone/>
              <a:defRPr sz="1621" b="1"/>
            </a:lvl3pPr>
            <a:lvl4pPr marL="1233970" indent="0">
              <a:buNone/>
              <a:defRPr sz="1438" b="1"/>
            </a:lvl4pPr>
            <a:lvl5pPr marL="1644675" indent="0">
              <a:buNone/>
              <a:defRPr sz="1438" b="1"/>
            </a:lvl5pPr>
            <a:lvl6pPr marL="2056308" indent="0">
              <a:buNone/>
              <a:defRPr sz="1438" b="1"/>
            </a:lvl6pPr>
            <a:lvl7pPr marL="2467940" indent="0">
              <a:buNone/>
              <a:defRPr sz="1438" b="1"/>
            </a:lvl7pPr>
            <a:lvl8pPr marL="2878646" indent="0">
              <a:buNone/>
              <a:defRPr sz="1438" b="1"/>
            </a:lvl8pPr>
            <a:lvl9pPr marL="3290278" indent="0">
              <a:buNone/>
              <a:defRPr sz="143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02977" y="848363"/>
            <a:ext cx="3193601" cy="124781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06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205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315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436" y="154835"/>
            <a:ext cx="2422831" cy="541920"/>
          </a:xfrm>
        </p:spPr>
        <p:txBody>
          <a:bodyPr anchor="b"/>
          <a:lstStyle>
            <a:lvl1pPr>
              <a:defRPr sz="287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3602" y="334399"/>
            <a:ext cx="3802974" cy="1650489"/>
          </a:xfrm>
        </p:spPr>
        <p:txBody>
          <a:bodyPr/>
          <a:lstStyle>
            <a:lvl1pPr>
              <a:defRPr sz="2876"/>
            </a:lvl1pPr>
            <a:lvl2pPr>
              <a:defRPr sz="2519"/>
            </a:lvl2pPr>
            <a:lvl3pPr>
              <a:defRPr sz="2161"/>
            </a:lvl3pPr>
            <a:lvl4pPr>
              <a:defRPr sz="1796"/>
            </a:lvl4pPr>
            <a:lvl5pPr>
              <a:defRPr sz="1796"/>
            </a:lvl5pPr>
            <a:lvl6pPr>
              <a:defRPr sz="1796"/>
            </a:lvl6pPr>
            <a:lvl7pPr>
              <a:defRPr sz="1796"/>
            </a:lvl7pPr>
            <a:lvl8pPr>
              <a:defRPr sz="1796"/>
            </a:lvl8pPr>
            <a:lvl9pPr>
              <a:defRPr sz="1796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7436" y="696755"/>
            <a:ext cx="2422831" cy="1290823"/>
          </a:xfrm>
        </p:spPr>
        <p:txBody>
          <a:bodyPr/>
          <a:lstStyle>
            <a:lvl1pPr marL="0" indent="0">
              <a:buNone/>
              <a:defRPr sz="1438"/>
            </a:lvl1pPr>
            <a:lvl2pPr marL="411632" indent="0">
              <a:buNone/>
              <a:defRPr sz="1263"/>
            </a:lvl2pPr>
            <a:lvl3pPr marL="822338" indent="0">
              <a:buNone/>
              <a:defRPr sz="1080"/>
            </a:lvl3pPr>
            <a:lvl4pPr marL="1233970" indent="0">
              <a:buNone/>
              <a:defRPr sz="898"/>
            </a:lvl4pPr>
            <a:lvl5pPr marL="1644675" indent="0">
              <a:buNone/>
              <a:defRPr sz="898"/>
            </a:lvl5pPr>
            <a:lvl6pPr marL="2056308" indent="0">
              <a:buNone/>
              <a:defRPr sz="898"/>
            </a:lvl6pPr>
            <a:lvl7pPr marL="2467940" indent="0">
              <a:buNone/>
              <a:defRPr sz="898"/>
            </a:lvl7pPr>
            <a:lvl8pPr marL="2878646" indent="0">
              <a:buNone/>
              <a:defRPr sz="898"/>
            </a:lvl8pPr>
            <a:lvl9pPr marL="3290278" indent="0">
              <a:buNone/>
              <a:defRPr sz="89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941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436" y="154835"/>
            <a:ext cx="2422831" cy="541920"/>
          </a:xfrm>
        </p:spPr>
        <p:txBody>
          <a:bodyPr anchor="b"/>
          <a:lstStyle>
            <a:lvl1pPr>
              <a:defRPr sz="287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93602" y="334399"/>
            <a:ext cx="3802974" cy="1650489"/>
          </a:xfrm>
        </p:spPr>
        <p:txBody>
          <a:bodyPr anchor="t"/>
          <a:lstStyle>
            <a:lvl1pPr marL="0" indent="0">
              <a:buNone/>
              <a:defRPr sz="2876"/>
            </a:lvl1pPr>
            <a:lvl2pPr marL="411632" indent="0">
              <a:buNone/>
              <a:defRPr sz="2519"/>
            </a:lvl2pPr>
            <a:lvl3pPr marL="822338" indent="0">
              <a:buNone/>
              <a:defRPr sz="2161"/>
            </a:lvl3pPr>
            <a:lvl4pPr marL="1233970" indent="0">
              <a:buNone/>
              <a:defRPr sz="1796"/>
            </a:lvl4pPr>
            <a:lvl5pPr marL="1644675" indent="0">
              <a:buNone/>
              <a:defRPr sz="1796"/>
            </a:lvl5pPr>
            <a:lvl6pPr marL="2056308" indent="0">
              <a:buNone/>
              <a:defRPr sz="1796"/>
            </a:lvl6pPr>
            <a:lvl7pPr marL="2467940" indent="0">
              <a:buNone/>
              <a:defRPr sz="1796"/>
            </a:lvl7pPr>
            <a:lvl8pPr marL="2878646" indent="0">
              <a:buNone/>
              <a:defRPr sz="1796"/>
            </a:lvl8pPr>
            <a:lvl9pPr marL="3290278" indent="0">
              <a:buNone/>
              <a:defRPr sz="1796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7436" y="696755"/>
            <a:ext cx="2422831" cy="1290823"/>
          </a:xfrm>
        </p:spPr>
        <p:txBody>
          <a:bodyPr/>
          <a:lstStyle>
            <a:lvl1pPr marL="0" indent="0">
              <a:buNone/>
              <a:defRPr sz="1438"/>
            </a:lvl1pPr>
            <a:lvl2pPr marL="411632" indent="0">
              <a:buNone/>
              <a:defRPr sz="1263"/>
            </a:lvl2pPr>
            <a:lvl3pPr marL="822338" indent="0">
              <a:buNone/>
              <a:defRPr sz="1080"/>
            </a:lvl3pPr>
            <a:lvl4pPr marL="1233970" indent="0">
              <a:buNone/>
              <a:defRPr sz="898"/>
            </a:lvl4pPr>
            <a:lvl5pPr marL="1644675" indent="0">
              <a:buNone/>
              <a:defRPr sz="898"/>
            </a:lvl5pPr>
            <a:lvl6pPr marL="2056308" indent="0">
              <a:buNone/>
              <a:defRPr sz="898"/>
            </a:lvl6pPr>
            <a:lvl7pPr marL="2467940" indent="0">
              <a:buNone/>
              <a:defRPr sz="898"/>
            </a:lvl7pPr>
            <a:lvl8pPr marL="2878646" indent="0">
              <a:buNone/>
              <a:defRPr sz="898"/>
            </a:lvl8pPr>
            <a:lvl9pPr marL="3290278" indent="0">
              <a:buNone/>
              <a:defRPr sz="89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504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60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75813" y="123652"/>
            <a:ext cx="1619786" cy="196822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6456" y="123652"/>
            <a:ext cx="4765457" cy="196822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1502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6459" y="123655"/>
            <a:ext cx="6479143" cy="4489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6459" y="618263"/>
            <a:ext cx="6479143" cy="1473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58" y="2152627"/>
            <a:ext cx="1690211" cy="123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88372" y="2152627"/>
            <a:ext cx="2535317" cy="123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05389" y="2152627"/>
            <a:ext cx="1690211" cy="123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2828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22338" rtl="0" eaLnBrk="1" latinLnBrk="0" hangingPunct="1">
        <a:lnSpc>
          <a:spcPct val="90000"/>
        </a:lnSpc>
        <a:spcBef>
          <a:spcPct val="0"/>
        </a:spcBef>
        <a:buNone/>
        <a:defRPr sz="395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816" indent="-205816" algn="l" defTabSz="822338" rtl="0" eaLnBrk="1" latinLnBrk="0" hangingPunct="1">
        <a:lnSpc>
          <a:spcPct val="90000"/>
        </a:lnSpc>
        <a:spcBef>
          <a:spcPts val="898"/>
        </a:spcBef>
        <a:buFont typeface="Arial" panose="020B0604020202020204" pitchFamily="34" charset="0"/>
        <a:buChar char="•"/>
        <a:defRPr sz="2519" kern="1200">
          <a:solidFill>
            <a:schemeClr val="tx1"/>
          </a:solidFill>
          <a:latin typeface="+mn-lt"/>
          <a:ea typeface="+mn-ea"/>
          <a:cs typeface="+mn-cs"/>
        </a:defRPr>
      </a:lvl1pPr>
      <a:lvl2pPr marL="616522" indent="-205816" algn="l" defTabSz="822338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2161" kern="1200">
          <a:solidFill>
            <a:schemeClr val="tx1"/>
          </a:solidFill>
          <a:latin typeface="+mn-lt"/>
          <a:ea typeface="+mn-ea"/>
          <a:cs typeface="+mn-cs"/>
        </a:defRPr>
      </a:lvl2pPr>
      <a:lvl3pPr marL="1028154" indent="-205816" algn="l" defTabSz="822338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796" kern="1200">
          <a:solidFill>
            <a:schemeClr val="tx1"/>
          </a:solidFill>
          <a:latin typeface="+mn-lt"/>
          <a:ea typeface="+mn-ea"/>
          <a:cs typeface="+mn-cs"/>
        </a:defRPr>
      </a:lvl3pPr>
      <a:lvl4pPr marL="1439786" indent="-205816" algn="l" defTabSz="822338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21" kern="1200">
          <a:solidFill>
            <a:schemeClr val="tx1"/>
          </a:solidFill>
          <a:latin typeface="+mn-lt"/>
          <a:ea typeface="+mn-ea"/>
          <a:cs typeface="+mn-cs"/>
        </a:defRPr>
      </a:lvl4pPr>
      <a:lvl5pPr marL="1850492" indent="-205816" algn="l" defTabSz="822338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21" kern="1200">
          <a:solidFill>
            <a:schemeClr val="tx1"/>
          </a:solidFill>
          <a:latin typeface="+mn-lt"/>
          <a:ea typeface="+mn-ea"/>
          <a:cs typeface="+mn-cs"/>
        </a:defRPr>
      </a:lvl5pPr>
      <a:lvl6pPr marL="2262124" indent="-205816" algn="l" defTabSz="822338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21" kern="1200">
          <a:solidFill>
            <a:schemeClr val="tx1"/>
          </a:solidFill>
          <a:latin typeface="+mn-lt"/>
          <a:ea typeface="+mn-ea"/>
          <a:cs typeface="+mn-cs"/>
        </a:defRPr>
      </a:lvl6pPr>
      <a:lvl7pPr marL="2672829" indent="-205816" algn="l" defTabSz="822338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21" kern="1200">
          <a:solidFill>
            <a:schemeClr val="tx1"/>
          </a:solidFill>
          <a:latin typeface="+mn-lt"/>
          <a:ea typeface="+mn-ea"/>
          <a:cs typeface="+mn-cs"/>
        </a:defRPr>
      </a:lvl7pPr>
      <a:lvl8pPr marL="3084462" indent="-205816" algn="l" defTabSz="822338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21" kern="1200">
          <a:solidFill>
            <a:schemeClr val="tx1"/>
          </a:solidFill>
          <a:latin typeface="+mn-lt"/>
          <a:ea typeface="+mn-ea"/>
          <a:cs typeface="+mn-cs"/>
        </a:defRPr>
      </a:lvl8pPr>
      <a:lvl9pPr marL="3496094" indent="-205816" algn="l" defTabSz="822338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2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338" rtl="0" eaLnBrk="1" latinLnBrk="0" hangingPunct="1">
        <a:defRPr sz="1621" kern="1200">
          <a:solidFill>
            <a:schemeClr val="tx1"/>
          </a:solidFill>
          <a:latin typeface="+mn-lt"/>
          <a:ea typeface="+mn-ea"/>
          <a:cs typeface="+mn-cs"/>
        </a:defRPr>
      </a:lvl1pPr>
      <a:lvl2pPr marL="411632" algn="l" defTabSz="822338" rtl="0" eaLnBrk="1" latinLnBrk="0" hangingPunct="1">
        <a:defRPr sz="1621" kern="1200">
          <a:solidFill>
            <a:schemeClr val="tx1"/>
          </a:solidFill>
          <a:latin typeface="+mn-lt"/>
          <a:ea typeface="+mn-ea"/>
          <a:cs typeface="+mn-cs"/>
        </a:defRPr>
      </a:lvl2pPr>
      <a:lvl3pPr marL="822338" algn="l" defTabSz="822338" rtl="0" eaLnBrk="1" latinLnBrk="0" hangingPunct="1">
        <a:defRPr sz="1621" kern="1200">
          <a:solidFill>
            <a:schemeClr val="tx1"/>
          </a:solidFill>
          <a:latin typeface="+mn-lt"/>
          <a:ea typeface="+mn-ea"/>
          <a:cs typeface="+mn-cs"/>
        </a:defRPr>
      </a:lvl3pPr>
      <a:lvl4pPr marL="1233970" algn="l" defTabSz="822338" rtl="0" eaLnBrk="1" latinLnBrk="0" hangingPunct="1">
        <a:defRPr sz="1621" kern="1200">
          <a:solidFill>
            <a:schemeClr val="tx1"/>
          </a:solidFill>
          <a:latin typeface="+mn-lt"/>
          <a:ea typeface="+mn-ea"/>
          <a:cs typeface="+mn-cs"/>
        </a:defRPr>
      </a:lvl4pPr>
      <a:lvl5pPr marL="1644675" algn="l" defTabSz="822338" rtl="0" eaLnBrk="1" latinLnBrk="0" hangingPunct="1">
        <a:defRPr sz="1621" kern="1200">
          <a:solidFill>
            <a:schemeClr val="tx1"/>
          </a:solidFill>
          <a:latin typeface="+mn-lt"/>
          <a:ea typeface="+mn-ea"/>
          <a:cs typeface="+mn-cs"/>
        </a:defRPr>
      </a:lvl5pPr>
      <a:lvl6pPr marL="2056308" algn="l" defTabSz="822338" rtl="0" eaLnBrk="1" latinLnBrk="0" hangingPunct="1">
        <a:defRPr sz="1621" kern="1200">
          <a:solidFill>
            <a:schemeClr val="tx1"/>
          </a:solidFill>
          <a:latin typeface="+mn-lt"/>
          <a:ea typeface="+mn-ea"/>
          <a:cs typeface="+mn-cs"/>
        </a:defRPr>
      </a:lvl6pPr>
      <a:lvl7pPr marL="2467940" algn="l" defTabSz="822338" rtl="0" eaLnBrk="1" latinLnBrk="0" hangingPunct="1">
        <a:defRPr sz="1621" kern="1200">
          <a:solidFill>
            <a:schemeClr val="tx1"/>
          </a:solidFill>
          <a:latin typeface="+mn-lt"/>
          <a:ea typeface="+mn-ea"/>
          <a:cs typeface="+mn-cs"/>
        </a:defRPr>
      </a:lvl7pPr>
      <a:lvl8pPr marL="2878646" algn="l" defTabSz="822338" rtl="0" eaLnBrk="1" latinLnBrk="0" hangingPunct="1">
        <a:defRPr sz="1621" kern="1200">
          <a:solidFill>
            <a:schemeClr val="tx1"/>
          </a:solidFill>
          <a:latin typeface="+mn-lt"/>
          <a:ea typeface="+mn-ea"/>
          <a:cs typeface="+mn-cs"/>
        </a:defRPr>
      </a:lvl8pPr>
      <a:lvl9pPr marL="3290278" algn="l" defTabSz="822338" rtl="0" eaLnBrk="1" latinLnBrk="0" hangingPunct="1">
        <a:defRPr sz="162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9F886FF-C3A8-4F53-27DA-9B9897C7608D}"/>
              </a:ext>
            </a:extLst>
          </p:cNvPr>
          <p:cNvSpPr txBox="1"/>
          <p:nvPr/>
        </p:nvSpPr>
        <p:spPr>
          <a:xfrm>
            <a:off x="59407" y="124224"/>
            <a:ext cx="70504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solidFill>
                  <a:schemeClr val="bg2">
                    <a:lumMod val="75000"/>
                  </a:schemeClr>
                </a:solidFill>
              </a:rPr>
              <a:t>-- MySQL Function LOCATE(substr, str)</a:t>
            </a:r>
          </a:p>
          <a:p>
            <a:r>
              <a:rPr lang="zh-CN" altLang="en-US" sz="18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zh-CN" altLang="en-US" sz="1800"/>
              <a:t> id, username, </a:t>
            </a:r>
            <a:r>
              <a:rPr lang="zh-CN" altLang="en-US" sz="18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LOCATE</a:t>
            </a:r>
            <a:r>
              <a:rPr lang="zh-CN" altLang="en-US" sz="1800"/>
              <a:t>('Bob', username) </a:t>
            </a:r>
            <a:r>
              <a:rPr lang="zh-CN" altLang="en-US" sz="18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zh-CN" altLang="en-US" sz="1800"/>
              <a:t> pos </a:t>
            </a:r>
            <a:r>
              <a:rPr lang="zh-CN" altLang="en-US" sz="18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zh-CN" altLang="en-US" sz="1800"/>
              <a:t> users </a:t>
            </a:r>
            <a:r>
              <a:rPr lang="zh-CN" altLang="en-US" sz="18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zh-CN" altLang="en-US" sz="1800"/>
              <a:t> </a:t>
            </a:r>
            <a:r>
              <a:rPr lang="zh-CN" altLang="en-US" sz="18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LOCATE</a:t>
            </a:r>
            <a:r>
              <a:rPr lang="zh-CN" altLang="en-US" sz="1800"/>
              <a:t>('Bob', username) </a:t>
            </a:r>
            <a:r>
              <a:rPr lang="zh-CN" altLang="en-US" sz="18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1800"/>
              <a:t> 0;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55064B0-013C-0C88-88DE-A4C0F34E2FEA}"/>
              </a:ext>
            </a:extLst>
          </p:cNvPr>
          <p:cNvSpPr txBox="1"/>
          <p:nvPr/>
        </p:nvSpPr>
        <p:spPr>
          <a:xfrm>
            <a:off x="59404" y="1259098"/>
            <a:ext cx="73817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solidFill>
                  <a:schemeClr val="bg2">
                    <a:lumMod val="75000"/>
                  </a:schemeClr>
                </a:solidFill>
              </a:rPr>
              <a:t>-- PostgreSQL Function POSITION(substr IN str)</a:t>
            </a:r>
          </a:p>
          <a:p>
            <a:r>
              <a:rPr lang="zh-CN" altLang="en-US" sz="18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zh-CN" altLang="en-US" sz="1800"/>
              <a:t> id, username, </a:t>
            </a:r>
            <a:r>
              <a:rPr lang="zh-CN" altLang="en-US" sz="18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</a:t>
            </a:r>
            <a:r>
              <a:rPr lang="zh-CN" altLang="en-US" sz="1800"/>
              <a:t>('Bob' IN username) </a:t>
            </a:r>
            <a:r>
              <a:rPr lang="zh-CN" altLang="en-US" sz="18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zh-CN" altLang="en-US" sz="1800"/>
              <a:t> pos </a:t>
            </a:r>
            <a:r>
              <a:rPr lang="zh-CN" altLang="en-US" sz="18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zh-CN" altLang="en-US" sz="1800"/>
              <a:t> users</a:t>
            </a:r>
          </a:p>
          <a:p>
            <a:r>
              <a:rPr lang="zh-CN" altLang="en-US" sz="18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POSITION</a:t>
            </a:r>
            <a:r>
              <a:rPr lang="zh-CN" altLang="en-US" sz="1800"/>
              <a:t>('Bob' </a:t>
            </a:r>
            <a:r>
              <a:rPr lang="zh-CN" altLang="en-US" sz="18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en-US" sz="1800"/>
              <a:t> username) </a:t>
            </a:r>
            <a:r>
              <a:rPr lang="zh-CN" altLang="en-US" sz="18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1800"/>
              <a:t> 0;</a:t>
            </a:r>
          </a:p>
        </p:txBody>
      </p:sp>
    </p:spTree>
    <p:extLst>
      <p:ext uri="{BB962C8B-B14F-4D97-AF65-F5344CB8AC3E}">
        <p14:creationId xmlns:p14="http://schemas.microsoft.com/office/powerpoint/2010/main" val="4155896454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4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4" id="{F24D8B3A-6037-4543-BB9D-07B343E1571A}" vid="{F65AFF22-862C-4AC1-8EB4-71916C47D9B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主题4</Template>
  <TotalTime>29</TotalTime>
  <Words>70</Words>
  <Application>Microsoft Office PowerPoint</Application>
  <PresentationFormat>自定义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主题4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li lin</cp:lastModifiedBy>
  <cp:revision>5</cp:revision>
  <dcterms:created xsi:type="dcterms:W3CDTF">2023-08-09T12:44:00Z</dcterms:created>
  <dcterms:modified xsi:type="dcterms:W3CDTF">2026-02-03T14:22:47Z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