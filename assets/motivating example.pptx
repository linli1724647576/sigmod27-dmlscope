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4" r:id="rId1"/>
  </p:sldMasterIdLst>
  <p:sldIdLst>
    <p:sldId id="256" r:id="rId2"/>
  </p:sldIdLst>
  <p:sldSz cx="4703763" cy="5256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6" userDrawn="1">
          <p15:clr>
            <a:srgbClr val="A4A3A4"/>
          </p15:clr>
        </p15:guide>
        <p15:guide id="2" pos="14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07" autoAdjust="0"/>
    <p:restoredTop sz="94660"/>
  </p:normalViewPr>
  <p:slideViewPr>
    <p:cSldViewPr snapToGrid="0" showGuides="1">
      <p:cViewPr varScale="1">
        <p:scale>
          <a:sx n="209" d="100"/>
          <a:sy n="209" d="100"/>
        </p:scale>
        <p:origin x="3576" y="116"/>
      </p:cViewPr>
      <p:guideLst>
        <p:guide orient="horz" pos="1656"/>
        <p:guide pos="14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2782" y="860218"/>
            <a:ext cx="3998199" cy="1829941"/>
          </a:xfrm>
        </p:spPr>
        <p:txBody>
          <a:bodyPr anchor="b"/>
          <a:lstStyle>
            <a:lvl1pPr algn="ctr">
              <a:defRPr sz="308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971" y="2760729"/>
            <a:ext cx="3527822" cy="1269034"/>
          </a:xfrm>
        </p:spPr>
        <p:txBody>
          <a:bodyPr/>
          <a:lstStyle>
            <a:lvl1pPr marL="0" indent="0" algn="ctr">
              <a:buNone/>
              <a:defRPr sz="1235"/>
            </a:lvl1pPr>
            <a:lvl2pPr marL="235184" indent="0" algn="ctr">
              <a:buNone/>
              <a:defRPr sz="1029"/>
            </a:lvl2pPr>
            <a:lvl3pPr marL="470367" indent="0" algn="ctr">
              <a:buNone/>
              <a:defRPr sz="926"/>
            </a:lvl3pPr>
            <a:lvl4pPr marL="705551" indent="0" algn="ctr">
              <a:buNone/>
              <a:defRPr sz="823"/>
            </a:lvl4pPr>
            <a:lvl5pPr marL="940735" indent="0" algn="ctr">
              <a:buNone/>
              <a:defRPr sz="823"/>
            </a:lvl5pPr>
            <a:lvl6pPr marL="1175918" indent="0" algn="ctr">
              <a:buNone/>
              <a:defRPr sz="823"/>
            </a:lvl6pPr>
            <a:lvl7pPr marL="1411102" indent="0" algn="ctr">
              <a:buNone/>
              <a:defRPr sz="823"/>
            </a:lvl7pPr>
            <a:lvl8pPr marL="1646286" indent="0" algn="ctr">
              <a:buNone/>
              <a:defRPr sz="823"/>
            </a:lvl8pPr>
            <a:lvl9pPr marL="1881469" indent="0" algn="ctr">
              <a:buNone/>
              <a:defRPr sz="82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202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26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934" y="1310405"/>
            <a:ext cx="4056996" cy="2186438"/>
          </a:xfrm>
        </p:spPr>
        <p:txBody>
          <a:bodyPr anchor="b"/>
          <a:lstStyle>
            <a:lvl1pPr>
              <a:defRPr sz="308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934" y="3517528"/>
            <a:ext cx="4056996" cy="1149796"/>
          </a:xfrm>
        </p:spPr>
        <p:txBody>
          <a:bodyPr/>
          <a:lstStyle>
            <a:lvl1pPr marL="0" indent="0">
              <a:buNone/>
              <a:defRPr sz="1235">
                <a:solidFill>
                  <a:schemeClr val="tx1"/>
                </a:solidFill>
              </a:defRPr>
            </a:lvl1pPr>
            <a:lvl2pPr marL="235184" indent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2pPr>
            <a:lvl3pPr marL="470367" indent="0">
              <a:buNone/>
              <a:defRPr sz="926">
                <a:solidFill>
                  <a:schemeClr val="tx1">
                    <a:tint val="75000"/>
                  </a:schemeClr>
                </a:solidFill>
              </a:defRPr>
            </a:lvl3pPr>
            <a:lvl4pPr marL="705551" indent="0">
              <a:buNone/>
              <a:defRPr sz="823">
                <a:solidFill>
                  <a:schemeClr val="tx1">
                    <a:tint val="75000"/>
                  </a:schemeClr>
                </a:solidFill>
              </a:defRPr>
            </a:lvl4pPr>
            <a:lvl5pPr marL="940735" indent="0">
              <a:buNone/>
              <a:defRPr sz="823">
                <a:solidFill>
                  <a:schemeClr val="tx1">
                    <a:tint val="75000"/>
                  </a:schemeClr>
                </a:solidFill>
              </a:defRPr>
            </a:lvl5pPr>
            <a:lvl6pPr marL="1175918" indent="0">
              <a:buNone/>
              <a:defRPr sz="823">
                <a:solidFill>
                  <a:schemeClr val="tx1">
                    <a:tint val="75000"/>
                  </a:schemeClr>
                </a:solidFill>
              </a:defRPr>
            </a:lvl6pPr>
            <a:lvl7pPr marL="1411102" indent="0">
              <a:buNone/>
              <a:defRPr sz="823">
                <a:solidFill>
                  <a:schemeClr val="tx1">
                    <a:tint val="75000"/>
                  </a:schemeClr>
                </a:solidFill>
              </a:defRPr>
            </a:lvl7pPr>
            <a:lvl8pPr marL="1646286" indent="0">
              <a:buNone/>
              <a:defRPr sz="823">
                <a:solidFill>
                  <a:schemeClr val="tx1">
                    <a:tint val="75000"/>
                  </a:schemeClr>
                </a:solidFill>
              </a:defRPr>
            </a:lvl8pPr>
            <a:lvl9pPr marL="1881469" indent="0">
              <a:buNone/>
              <a:defRPr sz="8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44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384" y="1399223"/>
            <a:ext cx="1999099" cy="3335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81280" y="1399223"/>
            <a:ext cx="1999099" cy="3335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637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996" y="279846"/>
            <a:ext cx="4056996" cy="10159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997" y="1288503"/>
            <a:ext cx="1989912" cy="631475"/>
          </a:xfrm>
        </p:spPr>
        <p:txBody>
          <a:bodyPr anchor="b"/>
          <a:lstStyle>
            <a:lvl1pPr marL="0" indent="0">
              <a:buNone/>
              <a:defRPr sz="1235" b="1"/>
            </a:lvl1pPr>
            <a:lvl2pPr marL="235184" indent="0">
              <a:buNone/>
              <a:defRPr sz="1029" b="1"/>
            </a:lvl2pPr>
            <a:lvl3pPr marL="470367" indent="0">
              <a:buNone/>
              <a:defRPr sz="926" b="1"/>
            </a:lvl3pPr>
            <a:lvl4pPr marL="705551" indent="0">
              <a:buNone/>
              <a:defRPr sz="823" b="1"/>
            </a:lvl4pPr>
            <a:lvl5pPr marL="940735" indent="0">
              <a:buNone/>
              <a:defRPr sz="823" b="1"/>
            </a:lvl5pPr>
            <a:lvl6pPr marL="1175918" indent="0">
              <a:buNone/>
              <a:defRPr sz="823" b="1"/>
            </a:lvl6pPr>
            <a:lvl7pPr marL="1411102" indent="0">
              <a:buNone/>
              <a:defRPr sz="823" b="1"/>
            </a:lvl7pPr>
            <a:lvl8pPr marL="1646286" indent="0">
              <a:buNone/>
              <a:defRPr sz="823" b="1"/>
            </a:lvl8pPr>
            <a:lvl9pPr marL="1881469" indent="0">
              <a:buNone/>
              <a:defRPr sz="82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997" y="1919978"/>
            <a:ext cx="1989912" cy="28239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81280" y="1288503"/>
            <a:ext cx="1999712" cy="631475"/>
          </a:xfrm>
        </p:spPr>
        <p:txBody>
          <a:bodyPr anchor="b"/>
          <a:lstStyle>
            <a:lvl1pPr marL="0" indent="0">
              <a:buNone/>
              <a:defRPr sz="1235" b="1"/>
            </a:lvl1pPr>
            <a:lvl2pPr marL="235184" indent="0">
              <a:buNone/>
              <a:defRPr sz="1029" b="1"/>
            </a:lvl2pPr>
            <a:lvl3pPr marL="470367" indent="0">
              <a:buNone/>
              <a:defRPr sz="926" b="1"/>
            </a:lvl3pPr>
            <a:lvl4pPr marL="705551" indent="0">
              <a:buNone/>
              <a:defRPr sz="823" b="1"/>
            </a:lvl4pPr>
            <a:lvl5pPr marL="940735" indent="0">
              <a:buNone/>
              <a:defRPr sz="823" b="1"/>
            </a:lvl5pPr>
            <a:lvl6pPr marL="1175918" indent="0">
              <a:buNone/>
              <a:defRPr sz="823" b="1"/>
            </a:lvl6pPr>
            <a:lvl7pPr marL="1411102" indent="0">
              <a:buNone/>
              <a:defRPr sz="823" b="1"/>
            </a:lvl7pPr>
            <a:lvl8pPr marL="1646286" indent="0">
              <a:buNone/>
              <a:defRPr sz="823" b="1"/>
            </a:lvl8pPr>
            <a:lvl9pPr marL="1881469" indent="0">
              <a:buNone/>
              <a:defRPr sz="82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81280" y="1919978"/>
            <a:ext cx="1999712" cy="28239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10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31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45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996" y="350414"/>
            <a:ext cx="1517086" cy="1226450"/>
          </a:xfrm>
        </p:spPr>
        <p:txBody>
          <a:bodyPr anchor="b"/>
          <a:lstStyle>
            <a:lvl1pPr>
              <a:defRPr sz="164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712" y="756799"/>
            <a:ext cx="2381280" cy="3735318"/>
          </a:xfrm>
        </p:spPr>
        <p:txBody>
          <a:bodyPr/>
          <a:lstStyle>
            <a:lvl1pPr>
              <a:defRPr sz="1646"/>
            </a:lvl1pPr>
            <a:lvl2pPr>
              <a:defRPr sz="1440"/>
            </a:lvl2pPr>
            <a:lvl3pPr>
              <a:defRPr sz="1235"/>
            </a:lvl3pPr>
            <a:lvl4pPr>
              <a:defRPr sz="1029"/>
            </a:lvl4pPr>
            <a:lvl5pPr>
              <a:defRPr sz="1029"/>
            </a:lvl5pPr>
            <a:lvl6pPr>
              <a:defRPr sz="1029"/>
            </a:lvl6pPr>
            <a:lvl7pPr>
              <a:defRPr sz="1029"/>
            </a:lvl7pPr>
            <a:lvl8pPr>
              <a:defRPr sz="1029"/>
            </a:lvl8pPr>
            <a:lvl9pPr>
              <a:defRPr sz="102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3996" y="1576864"/>
            <a:ext cx="1517086" cy="2921335"/>
          </a:xfrm>
        </p:spPr>
        <p:txBody>
          <a:bodyPr/>
          <a:lstStyle>
            <a:lvl1pPr marL="0" indent="0">
              <a:buNone/>
              <a:defRPr sz="823"/>
            </a:lvl1pPr>
            <a:lvl2pPr marL="235184" indent="0">
              <a:buNone/>
              <a:defRPr sz="720"/>
            </a:lvl2pPr>
            <a:lvl3pPr marL="470367" indent="0">
              <a:buNone/>
              <a:defRPr sz="617"/>
            </a:lvl3pPr>
            <a:lvl4pPr marL="705551" indent="0">
              <a:buNone/>
              <a:defRPr sz="514"/>
            </a:lvl4pPr>
            <a:lvl5pPr marL="940735" indent="0">
              <a:buNone/>
              <a:defRPr sz="514"/>
            </a:lvl5pPr>
            <a:lvl6pPr marL="1175918" indent="0">
              <a:buNone/>
              <a:defRPr sz="514"/>
            </a:lvl6pPr>
            <a:lvl7pPr marL="1411102" indent="0">
              <a:buNone/>
              <a:defRPr sz="514"/>
            </a:lvl7pPr>
            <a:lvl8pPr marL="1646286" indent="0">
              <a:buNone/>
              <a:defRPr sz="514"/>
            </a:lvl8pPr>
            <a:lvl9pPr marL="1881469" indent="0">
              <a:buNone/>
              <a:defRPr sz="51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23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996" y="350414"/>
            <a:ext cx="1517086" cy="1226450"/>
          </a:xfrm>
        </p:spPr>
        <p:txBody>
          <a:bodyPr anchor="b"/>
          <a:lstStyle>
            <a:lvl1pPr>
              <a:defRPr sz="164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99712" y="756799"/>
            <a:ext cx="2381280" cy="3735318"/>
          </a:xfrm>
        </p:spPr>
        <p:txBody>
          <a:bodyPr anchor="t"/>
          <a:lstStyle>
            <a:lvl1pPr marL="0" indent="0">
              <a:buNone/>
              <a:defRPr sz="1646"/>
            </a:lvl1pPr>
            <a:lvl2pPr marL="235184" indent="0">
              <a:buNone/>
              <a:defRPr sz="1440"/>
            </a:lvl2pPr>
            <a:lvl3pPr marL="470367" indent="0">
              <a:buNone/>
              <a:defRPr sz="1235"/>
            </a:lvl3pPr>
            <a:lvl4pPr marL="705551" indent="0">
              <a:buNone/>
              <a:defRPr sz="1029"/>
            </a:lvl4pPr>
            <a:lvl5pPr marL="940735" indent="0">
              <a:buNone/>
              <a:defRPr sz="1029"/>
            </a:lvl5pPr>
            <a:lvl6pPr marL="1175918" indent="0">
              <a:buNone/>
              <a:defRPr sz="1029"/>
            </a:lvl6pPr>
            <a:lvl7pPr marL="1411102" indent="0">
              <a:buNone/>
              <a:defRPr sz="1029"/>
            </a:lvl7pPr>
            <a:lvl8pPr marL="1646286" indent="0">
              <a:buNone/>
              <a:defRPr sz="1029"/>
            </a:lvl8pPr>
            <a:lvl9pPr marL="1881469" indent="0">
              <a:buNone/>
              <a:defRPr sz="102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3996" y="1576864"/>
            <a:ext cx="1517086" cy="2921335"/>
          </a:xfrm>
        </p:spPr>
        <p:txBody>
          <a:bodyPr/>
          <a:lstStyle>
            <a:lvl1pPr marL="0" indent="0">
              <a:buNone/>
              <a:defRPr sz="823"/>
            </a:lvl1pPr>
            <a:lvl2pPr marL="235184" indent="0">
              <a:buNone/>
              <a:defRPr sz="720"/>
            </a:lvl2pPr>
            <a:lvl3pPr marL="470367" indent="0">
              <a:buNone/>
              <a:defRPr sz="617"/>
            </a:lvl3pPr>
            <a:lvl4pPr marL="705551" indent="0">
              <a:buNone/>
              <a:defRPr sz="514"/>
            </a:lvl4pPr>
            <a:lvl5pPr marL="940735" indent="0">
              <a:buNone/>
              <a:defRPr sz="514"/>
            </a:lvl5pPr>
            <a:lvl6pPr marL="1175918" indent="0">
              <a:buNone/>
              <a:defRPr sz="514"/>
            </a:lvl6pPr>
            <a:lvl7pPr marL="1411102" indent="0">
              <a:buNone/>
              <a:defRPr sz="514"/>
            </a:lvl7pPr>
            <a:lvl8pPr marL="1646286" indent="0">
              <a:buNone/>
              <a:defRPr sz="514"/>
            </a:lvl8pPr>
            <a:lvl9pPr marL="1881469" indent="0">
              <a:buNone/>
              <a:defRPr sz="51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70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16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66131" y="279844"/>
            <a:ext cx="1014249" cy="44543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384" y="279844"/>
            <a:ext cx="2983950" cy="44543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0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384" y="279846"/>
            <a:ext cx="4056996" cy="1015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384" y="1399223"/>
            <a:ext cx="4056996" cy="3335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3384" y="4871732"/>
            <a:ext cx="1058347" cy="279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8122" y="4871732"/>
            <a:ext cx="1587520" cy="279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22032" y="4871732"/>
            <a:ext cx="1058347" cy="279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97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70367" rtl="0" eaLnBrk="1" latinLnBrk="0" hangingPunct="1">
        <a:lnSpc>
          <a:spcPct val="90000"/>
        </a:lnSpc>
        <a:spcBef>
          <a:spcPct val="0"/>
        </a:spcBef>
        <a:buNone/>
        <a:defRPr sz="22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7592" indent="-117592" algn="l" defTabSz="470367" rtl="0" eaLnBrk="1" latinLnBrk="0" hangingPunct="1">
        <a:lnSpc>
          <a:spcPct val="90000"/>
        </a:lnSpc>
        <a:spcBef>
          <a:spcPts val="514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52776" indent="-117592" algn="l" defTabSz="470367" rtl="0" eaLnBrk="1" latinLnBrk="0" hangingPunct="1">
        <a:lnSpc>
          <a:spcPct val="90000"/>
        </a:lnSpc>
        <a:spcBef>
          <a:spcPts val="257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2pPr>
      <a:lvl3pPr marL="587959" indent="-117592" algn="l" defTabSz="470367" rtl="0" eaLnBrk="1" latinLnBrk="0" hangingPunct="1">
        <a:lnSpc>
          <a:spcPct val="90000"/>
        </a:lnSpc>
        <a:spcBef>
          <a:spcPts val="25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3pPr>
      <a:lvl4pPr marL="823143" indent="-117592" algn="l" defTabSz="470367" rtl="0" eaLnBrk="1" latinLnBrk="0" hangingPunct="1">
        <a:lnSpc>
          <a:spcPct val="90000"/>
        </a:lnSpc>
        <a:spcBef>
          <a:spcPts val="257"/>
        </a:spcBef>
        <a:buFont typeface="Arial" panose="020B0604020202020204" pitchFamily="34" charset="0"/>
        <a:buChar char="•"/>
        <a:defRPr sz="926" kern="1200">
          <a:solidFill>
            <a:schemeClr val="tx1"/>
          </a:solidFill>
          <a:latin typeface="+mn-lt"/>
          <a:ea typeface="+mn-ea"/>
          <a:cs typeface="+mn-cs"/>
        </a:defRPr>
      </a:lvl4pPr>
      <a:lvl5pPr marL="1058327" indent="-117592" algn="l" defTabSz="470367" rtl="0" eaLnBrk="1" latinLnBrk="0" hangingPunct="1">
        <a:lnSpc>
          <a:spcPct val="90000"/>
        </a:lnSpc>
        <a:spcBef>
          <a:spcPts val="257"/>
        </a:spcBef>
        <a:buFont typeface="Arial" panose="020B0604020202020204" pitchFamily="34" charset="0"/>
        <a:buChar char="•"/>
        <a:defRPr sz="926" kern="1200">
          <a:solidFill>
            <a:schemeClr val="tx1"/>
          </a:solidFill>
          <a:latin typeface="+mn-lt"/>
          <a:ea typeface="+mn-ea"/>
          <a:cs typeface="+mn-cs"/>
        </a:defRPr>
      </a:lvl5pPr>
      <a:lvl6pPr marL="1293510" indent="-117592" algn="l" defTabSz="470367" rtl="0" eaLnBrk="1" latinLnBrk="0" hangingPunct="1">
        <a:lnSpc>
          <a:spcPct val="90000"/>
        </a:lnSpc>
        <a:spcBef>
          <a:spcPts val="257"/>
        </a:spcBef>
        <a:buFont typeface="Arial" panose="020B0604020202020204" pitchFamily="34" charset="0"/>
        <a:buChar char="•"/>
        <a:defRPr sz="926" kern="1200">
          <a:solidFill>
            <a:schemeClr val="tx1"/>
          </a:solidFill>
          <a:latin typeface="+mn-lt"/>
          <a:ea typeface="+mn-ea"/>
          <a:cs typeface="+mn-cs"/>
        </a:defRPr>
      </a:lvl6pPr>
      <a:lvl7pPr marL="1528694" indent="-117592" algn="l" defTabSz="470367" rtl="0" eaLnBrk="1" latinLnBrk="0" hangingPunct="1">
        <a:lnSpc>
          <a:spcPct val="90000"/>
        </a:lnSpc>
        <a:spcBef>
          <a:spcPts val="257"/>
        </a:spcBef>
        <a:buFont typeface="Arial" panose="020B0604020202020204" pitchFamily="34" charset="0"/>
        <a:buChar char="•"/>
        <a:defRPr sz="926" kern="1200">
          <a:solidFill>
            <a:schemeClr val="tx1"/>
          </a:solidFill>
          <a:latin typeface="+mn-lt"/>
          <a:ea typeface="+mn-ea"/>
          <a:cs typeface="+mn-cs"/>
        </a:defRPr>
      </a:lvl7pPr>
      <a:lvl8pPr marL="1763878" indent="-117592" algn="l" defTabSz="470367" rtl="0" eaLnBrk="1" latinLnBrk="0" hangingPunct="1">
        <a:lnSpc>
          <a:spcPct val="90000"/>
        </a:lnSpc>
        <a:spcBef>
          <a:spcPts val="257"/>
        </a:spcBef>
        <a:buFont typeface="Arial" panose="020B0604020202020204" pitchFamily="34" charset="0"/>
        <a:buChar char="•"/>
        <a:defRPr sz="926" kern="1200">
          <a:solidFill>
            <a:schemeClr val="tx1"/>
          </a:solidFill>
          <a:latin typeface="+mn-lt"/>
          <a:ea typeface="+mn-ea"/>
          <a:cs typeface="+mn-cs"/>
        </a:defRPr>
      </a:lvl8pPr>
      <a:lvl9pPr marL="1999061" indent="-117592" algn="l" defTabSz="470367" rtl="0" eaLnBrk="1" latinLnBrk="0" hangingPunct="1">
        <a:lnSpc>
          <a:spcPct val="90000"/>
        </a:lnSpc>
        <a:spcBef>
          <a:spcPts val="257"/>
        </a:spcBef>
        <a:buFont typeface="Arial" panose="020B0604020202020204" pitchFamily="34" charset="0"/>
        <a:buChar char="•"/>
        <a:defRPr sz="9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0367" rtl="0" eaLnBrk="1" latinLnBrk="0" hangingPunct="1">
        <a:defRPr sz="926" kern="1200">
          <a:solidFill>
            <a:schemeClr val="tx1"/>
          </a:solidFill>
          <a:latin typeface="+mn-lt"/>
          <a:ea typeface="+mn-ea"/>
          <a:cs typeface="+mn-cs"/>
        </a:defRPr>
      </a:lvl1pPr>
      <a:lvl2pPr marL="235184" algn="l" defTabSz="470367" rtl="0" eaLnBrk="1" latinLnBrk="0" hangingPunct="1">
        <a:defRPr sz="926" kern="1200">
          <a:solidFill>
            <a:schemeClr val="tx1"/>
          </a:solidFill>
          <a:latin typeface="+mn-lt"/>
          <a:ea typeface="+mn-ea"/>
          <a:cs typeface="+mn-cs"/>
        </a:defRPr>
      </a:lvl2pPr>
      <a:lvl3pPr marL="470367" algn="l" defTabSz="470367" rtl="0" eaLnBrk="1" latinLnBrk="0" hangingPunct="1">
        <a:defRPr sz="926" kern="1200">
          <a:solidFill>
            <a:schemeClr val="tx1"/>
          </a:solidFill>
          <a:latin typeface="+mn-lt"/>
          <a:ea typeface="+mn-ea"/>
          <a:cs typeface="+mn-cs"/>
        </a:defRPr>
      </a:lvl3pPr>
      <a:lvl4pPr marL="705551" algn="l" defTabSz="470367" rtl="0" eaLnBrk="1" latinLnBrk="0" hangingPunct="1">
        <a:defRPr sz="926" kern="1200">
          <a:solidFill>
            <a:schemeClr val="tx1"/>
          </a:solidFill>
          <a:latin typeface="+mn-lt"/>
          <a:ea typeface="+mn-ea"/>
          <a:cs typeface="+mn-cs"/>
        </a:defRPr>
      </a:lvl4pPr>
      <a:lvl5pPr marL="940735" algn="l" defTabSz="470367" rtl="0" eaLnBrk="1" latinLnBrk="0" hangingPunct="1">
        <a:defRPr sz="926" kern="1200">
          <a:solidFill>
            <a:schemeClr val="tx1"/>
          </a:solidFill>
          <a:latin typeface="+mn-lt"/>
          <a:ea typeface="+mn-ea"/>
          <a:cs typeface="+mn-cs"/>
        </a:defRPr>
      </a:lvl5pPr>
      <a:lvl6pPr marL="1175918" algn="l" defTabSz="470367" rtl="0" eaLnBrk="1" latinLnBrk="0" hangingPunct="1">
        <a:defRPr sz="926" kern="1200">
          <a:solidFill>
            <a:schemeClr val="tx1"/>
          </a:solidFill>
          <a:latin typeface="+mn-lt"/>
          <a:ea typeface="+mn-ea"/>
          <a:cs typeface="+mn-cs"/>
        </a:defRPr>
      </a:lvl6pPr>
      <a:lvl7pPr marL="1411102" algn="l" defTabSz="470367" rtl="0" eaLnBrk="1" latinLnBrk="0" hangingPunct="1">
        <a:defRPr sz="926" kern="1200">
          <a:solidFill>
            <a:schemeClr val="tx1"/>
          </a:solidFill>
          <a:latin typeface="+mn-lt"/>
          <a:ea typeface="+mn-ea"/>
          <a:cs typeface="+mn-cs"/>
        </a:defRPr>
      </a:lvl7pPr>
      <a:lvl8pPr marL="1646286" algn="l" defTabSz="470367" rtl="0" eaLnBrk="1" latinLnBrk="0" hangingPunct="1">
        <a:defRPr sz="926" kern="1200">
          <a:solidFill>
            <a:schemeClr val="tx1"/>
          </a:solidFill>
          <a:latin typeface="+mn-lt"/>
          <a:ea typeface="+mn-ea"/>
          <a:cs typeface="+mn-cs"/>
        </a:defRPr>
      </a:lvl8pPr>
      <a:lvl9pPr marL="1881469" algn="l" defTabSz="470367" rtl="0" eaLnBrk="1" latinLnBrk="0" hangingPunct="1">
        <a:defRPr sz="9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4711" y="54215"/>
            <a:ext cx="4414341" cy="1088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CREATE TABLE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t1 ( id 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 grp 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CREATE TABLE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t2 ( id 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 d 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DATE 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s 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TEXT</a:t>
            </a:r>
            <a:r>
              <a:rPr lang="en-US" altLang="zh-CN" sz="1000" kern="150" spc="-48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st 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SET(’a’,’b’) 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,dt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DATE</a:t>
            </a:r>
            <a:r>
              <a:rPr lang="en-US" altLang="zh-CN" sz="1000" kern="150" spc="-48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CREATE TABLE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t3 ( id 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 grp 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 ref 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 ref_t2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INT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 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t1 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(5, 1),  (6, 1);</a:t>
            </a:r>
          </a:p>
          <a:p>
            <a:pPr algn="l">
              <a:lnSpc>
                <a:spcPct val="120000"/>
              </a:lnSpc>
            </a:pP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 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t2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VALUES 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(2, '2022-09-25', 'p', 'b,a', '2017-08-07');</a:t>
            </a:r>
          </a:p>
          <a:p>
            <a:pPr algn="l">
              <a:lnSpc>
                <a:spcPct val="120000"/>
              </a:lnSpc>
            </a:pP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t3 </a:t>
            </a:r>
            <a:r>
              <a:rPr lang="en-US" altLang="zh-CN" sz="1000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</a:t>
            </a:r>
            <a:r>
              <a:rPr lang="en-US" altLang="zh-CN" sz="1000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(3, 1, 1, 2);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7081" y="1218737"/>
            <a:ext cx="4143378" cy="1145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1050" kern="150" spc="-48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0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--Original DML</a:t>
            </a:r>
            <a:endParaRPr lang="en-US" altLang="zh-CN" sz="1050" kern="150" spc="-48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UPDATE IGNORE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t3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JOIN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t1 </a:t>
            </a:r>
            <a:r>
              <a:rPr lang="en-US" altLang="zh-CN" sz="1050" u="sng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ON</a:t>
            </a:r>
            <a:r>
              <a:rPr lang="en-US" altLang="zh-CN" sz="1050" u="sng">
                <a:latin typeface="Times New Roman" panose="02020603050405020304" charset="0"/>
                <a:cs typeface="Times New Roman" panose="02020603050405020304" charset="0"/>
              </a:rPr>
              <a:t> t3.grp = t1.grp</a:t>
            </a:r>
          </a:p>
          <a:p>
            <a:pPr algn="l">
              <a:lnSpc>
                <a:spcPct val="110000"/>
              </a:lnSpc>
            </a:pP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SET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t3.ref = t1.id</a:t>
            </a:r>
          </a:p>
          <a:p>
            <a:pPr algn="l">
              <a:lnSpc>
                <a:spcPct val="110000"/>
              </a:lnSpc>
            </a:pP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WHERE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(t3.id = 3)</a:t>
            </a:r>
          </a:p>
          <a:p>
            <a:pPr algn="l">
              <a:lnSpc>
                <a:spcPct val="110000"/>
              </a:lnSpc>
            </a:pP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AND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t3.ref_t2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IN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SELECT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id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FROM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t2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WHERE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d &gt;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CASE WHEN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dt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IS NULL THEN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s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ELSE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st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END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);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6528" y="3023801"/>
            <a:ext cx="4152753" cy="1122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10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-- Mutated DML</a:t>
            </a:r>
            <a:endParaRPr lang="en-US" altLang="zh-CN" sz="10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UPDATE IGNORE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t3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JOIN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t1 </a:t>
            </a:r>
            <a:r>
              <a:rPr lang="en-US" altLang="zh-CN" sz="1050" u="sng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ON</a:t>
            </a:r>
            <a:r>
              <a:rPr lang="en-US" altLang="zh-CN" sz="1050" u="sng">
                <a:latin typeface="Times New Roman" panose="02020603050405020304" charset="0"/>
                <a:cs typeface="Times New Roman" panose="02020603050405020304" charset="0"/>
              </a:rPr>
              <a:t> t3.grp = t1.grp</a:t>
            </a:r>
          </a:p>
          <a:p>
            <a:pPr algn="l">
              <a:lnSpc>
                <a:spcPct val="110000"/>
              </a:lnSpc>
            </a:pP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SET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t3.ref = t1.id</a:t>
            </a:r>
          </a:p>
          <a:p>
            <a:pPr algn="l">
              <a:lnSpc>
                <a:spcPct val="110000"/>
              </a:lnSpc>
            </a:pP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WHERE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(t3.id = 3 </a:t>
            </a:r>
            <a:r>
              <a:rPr lang="en-US" altLang="zh-CN" sz="105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OR TRUE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pPr algn="l">
              <a:lnSpc>
                <a:spcPct val="110000"/>
              </a:lnSpc>
            </a:pP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t3.ref_t2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IN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SELECT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id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FROM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t2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WHERE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d &gt;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CASE WHEN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dt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IS NULL THEN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s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ELSE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 st </a:t>
            </a:r>
            <a:r>
              <a:rPr lang="en-US" altLang="zh-CN" sz="105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END)</a:t>
            </a:r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</a:rPr>
              <a:t>;</a:t>
            </a:r>
          </a:p>
        </p:txBody>
      </p:sp>
      <p:pic>
        <p:nvPicPr>
          <p:cNvPr id="7" name="图片 6" descr="2768bf4f39f81dfb36eaad62df19329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6774" y="4749242"/>
            <a:ext cx="291916" cy="29191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282892" y="2308589"/>
            <a:ext cx="14565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  <a:sym typeface="+mn-ea"/>
              </a:rPr>
              <a:t>--Observed State Effect</a:t>
            </a:r>
            <a:endParaRPr lang="zh-CN" altLang="en-US" sz="1050"/>
          </a:p>
        </p:txBody>
      </p:sp>
      <p:sp>
        <p:nvSpPr>
          <p:cNvPr id="22" name="文本框 21"/>
          <p:cNvSpPr txBox="1"/>
          <p:nvPr/>
        </p:nvSpPr>
        <p:spPr>
          <a:xfrm>
            <a:off x="2000164" y="4326731"/>
            <a:ext cx="1001073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43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143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expected</a:t>
            </a:r>
            <a:r>
              <a:rPr lang="zh-CN" altLang="en-US" sz="1143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1143"/>
          </a:p>
        </p:txBody>
      </p:sp>
      <p:sp>
        <p:nvSpPr>
          <p:cNvPr id="23" name="文本框 22"/>
          <p:cNvSpPr txBox="1"/>
          <p:nvPr/>
        </p:nvSpPr>
        <p:spPr>
          <a:xfrm>
            <a:off x="1984136" y="4768718"/>
            <a:ext cx="897868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43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143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actual</a:t>
            </a:r>
            <a:r>
              <a:rPr lang="zh-CN" altLang="en-US" sz="1143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1143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26313267"/>
              </p:ext>
            </p:extLst>
          </p:nvPr>
        </p:nvGraphicFramePr>
        <p:xfrm>
          <a:off x="244318" y="2443753"/>
          <a:ext cx="1867968" cy="39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8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8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t3</a:t>
                      </a:r>
                    </a:p>
                  </a:txBody>
                  <a:tcPr marL="43548" marR="43548" marT="21773" marB="21773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id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grp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ref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ref_t2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9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700"/>
                    </a:p>
                  </a:txBody>
                  <a:tcPr marL="43548" marR="43548" marT="21773" marB="217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1-&gt;5/6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60500507"/>
              </p:ext>
            </p:extLst>
          </p:nvPr>
        </p:nvGraphicFramePr>
        <p:xfrm>
          <a:off x="270235" y="4222188"/>
          <a:ext cx="1836756" cy="39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8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t3</a:t>
                      </a:r>
                    </a:p>
                  </a:txBody>
                  <a:tcPr marL="43548" marR="43548" marT="21773" marB="21773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id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grp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ref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ref_t2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9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700"/>
                    </a:p>
                  </a:txBody>
                  <a:tcPr marL="43548" marR="43548" marT="21773" marB="217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1-&gt;5/6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367618136"/>
              </p:ext>
            </p:extLst>
          </p:nvPr>
        </p:nvGraphicFramePr>
        <p:xfrm>
          <a:off x="270235" y="4718119"/>
          <a:ext cx="1836756" cy="195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8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t3</a:t>
                      </a:r>
                    </a:p>
                  </a:txBody>
                  <a:tcPr marL="43548" marR="43548" marT="21773" marB="21773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id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grp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ref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/>
                        <a:t>ref_t2</a:t>
                      </a:r>
                    </a:p>
                  </a:txBody>
                  <a:tcPr marL="43548" marR="43548" marT="21773" marB="21773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右箭头 17"/>
          <p:cNvSpPr/>
          <p:nvPr/>
        </p:nvSpPr>
        <p:spPr>
          <a:xfrm>
            <a:off x="2379506" y="2597475"/>
            <a:ext cx="978661" cy="17320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57"/>
          </a:p>
        </p:txBody>
      </p:sp>
      <p:sp>
        <p:nvSpPr>
          <p:cNvPr id="24" name="文本框 23"/>
          <p:cNvSpPr txBox="1"/>
          <p:nvPr/>
        </p:nvSpPr>
        <p:spPr>
          <a:xfrm>
            <a:off x="2495799" y="2559966"/>
            <a:ext cx="691762" cy="2682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43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Em(q,S)</a:t>
            </a:r>
            <a:endParaRPr lang="en-US" altLang="zh-CN" sz="1143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90837" y="2543736"/>
            <a:ext cx="929622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43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{t3:</a:t>
            </a:r>
            <a:r>
              <a:rPr lang="zh-CN" altLang="en-US" sz="1143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143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3}</a:t>
            </a:r>
          </a:p>
        </p:txBody>
      </p:sp>
      <p:sp>
        <p:nvSpPr>
          <p:cNvPr id="26" name="右箭头 25"/>
          <p:cNvSpPr/>
          <p:nvPr/>
        </p:nvSpPr>
        <p:spPr>
          <a:xfrm>
            <a:off x="2931275" y="4394097"/>
            <a:ext cx="929623" cy="15106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57"/>
          </a:p>
        </p:txBody>
      </p:sp>
      <p:sp>
        <p:nvSpPr>
          <p:cNvPr id="27" name="文本框 26"/>
          <p:cNvSpPr txBox="1"/>
          <p:nvPr/>
        </p:nvSpPr>
        <p:spPr>
          <a:xfrm>
            <a:off x="3016478" y="4335228"/>
            <a:ext cx="698274" cy="2682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43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Em(q,S)</a:t>
            </a:r>
            <a:endParaRPr lang="en-US" altLang="zh-CN" sz="1143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右箭头 28"/>
          <p:cNvSpPr/>
          <p:nvPr/>
        </p:nvSpPr>
        <p:spPr>
          <a:xfrm>
            <a:off x="2814222" y="4819478"/>
            <a:ext cx="929622" cy="16548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57"/>
          </a:p>
        </p:txBody>
      </p:sp>
      <p:sp>
        <p:nvSpPr>
          <p:cNvPr id="30" name="文本框 29"/>
          <p:cNvSpPr txBox="1"/>
          <p:nvPr/>
        </p:nvSpPr>
        <p:spPr>
          <a:xfrm>
            <a:off x="2909642" y="4775834"/>
            <a:ext cx="698274" cy="2682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43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Em(q,S)</a:t>
            </a:r>
            <a:endParaRPr lang="en-US" altLang="zh-CN" sz="1143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807731" y="4729248"/>
            <a:ext cx="60150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43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{</a:t>
            </a:r>
            <a:r>
              <a:rPr lang="en-US" altLang="zh-CN" sz="1333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∅ </a:t>
            </a:r>
            <a:r>
              <a:rPr lang="en-US" altLang="zh-CN" sz="1143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}</a:t>
            </a:r>
            <a:endParaRPr lang="en-US" altLang="zh-CN" sz="1143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12CD88-A283-97CC-D637-BC6AEF2C9481}"/>
              </a:ext>
            </a:extLst>
          </p:cNvPr>
          <p:cNvSpPr txBox="1"/>
          <p:nvPr/>
        </p:nvSpPr>
        <p:spPr>
          <a:xfrm>
            <a:off x="3894466" y="4318643"/>
            <a:ext cx="929622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43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{t3:</a:t>
            </a:r>
            <a:r>
              <a:rPr lang="zh-CN" altLang="en-US" sz="1143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143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3}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B26994-D0EB-8ED9-416C-D438F1261EC0}"/>
              </a:ext>
            </a:extLst>
          </p:cNvPr>
          <p:cNvSpPr txBox="1"/>
          <p:nvPr/>
        </p:nvSpPr>
        <p:spPr>
          <a:xfrm>
            <a:off x="2140558" y="4040443"/>
            <a:ext cx="14565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Times New Roman" panose="02020603050405020304" charset="0"/>
                <a:cs typeface="Times New Roman" panose="02020603050405020304" charset="0"/>
                <a:sym typeface="+mn-ea"/>
              </a:rPr>
              <a:t>--Observed State Effect</a:t>
            </a:r>
            <a:endParaRPr lang="zh-CN" altLang="en-US" sz="105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BB3E12D-AFA1-24B9-DAE8-171BC535C653}"/>
              </a:ext>
            </a:extLst>
          </p:cNvPr>
          <p:cNvSpPr/>
          <p:nvPr/>
        </p:nvSpPr>
        <p:spPr>
          <a:xfrm>
            <a:off x="158945" y="2617746"/>
            <a:ext cx="2077473" cy="25027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060AB51-3E9B-A464-45EF-F411D26F47D6}"/>
              </a:ext>
            </a:extLst>
          </p:cNvPr>
          <p:cNvSpPr/>
          <p:nvPr/>
        </p:nvSpPr>
        <p:spPr>
          <a:xfrm>
            <a:off x="96463" y="4394101"/>
            <a:ext cx="2077473" cy="25027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E1740BB-6851-31AB-83C5-DA9596944F64}"/>
              </a:ext>
            </a:extLst>
          </p:cNvPr>
          <p:cNvSpPr/>
          <p:nvPr/>
        </p:nvSpPr>
        <p:spPr>
          <a:xfrm>
            <a:off x="96462" y="4897756"/>
            <a:ext cx="2077473" cy="25027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70*85"/>
  <p:tag name="TABLE_ENDDRAG_RECT" val="553*400*270*8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80*81"/>
  <p:tag name="TABLE_ENDDRAG_RECT" val="67*850*280*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12*61"/>
  <p:tag name="TABLE_ENDDRAG_RECT" val="553*260*212*61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572</TotalTime>
  <Words>295</Words>
  <Application>Microsoft Office PowerPoint</Application>
  <PresentationFormat>自定义</PresentationFormat>
  <Paragraphs>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31</cp:revision>
  <dcterms:created xsi:type="dcterms:W3CDTF">2023-08-09T12:44:00Z</dcterms:created>
  <dcterms:modified xsi:type="dcterms:W3CDTF">2026-04-09T06:38:14Z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