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8" r:id="rId1"/>
  </p:sldMasterIdLst>
  <p:sldIdLst>
    <p:sldId id="258" r:id="rId2"/>
  </p:sldIdLst>
  <p:sldSz cx="6792913" cy="8658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27" userDrawn="1">
          <p15:clr>
            <a:srgbClr val="A4A3A4"/>
          </p15:clr>
        </p15:guide>
        <p15:guide id="2" pos="21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77" autoAdjust="0"/>
    <p:restoredTop sz="94660"/>
  </p:normalViewPr>
  <p:slideViewPr>
    <p:cSldViewPr snapToGrid="0" showGuides="1">
      <p:cViewPr varScale="1">
        <p:scale>
          <a:sx n="87" d="100"/>
          <a:sy n="87" d="100"/>
        </p:scale>
        <p:origin x="2332" y="68"/>
      </p:cViewPr>
      <p:guideLst>
        <p:guide orient="horz" pos="2727"/>
        <p:guide pos="21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9469" y="1416983"/>
            <a:ext cx="5773976" cy="3014345"/>
          </a:xfrm>
        </p:spPr>
        <p:txBody>
          <a:bodyPr anchor="b"/>
          <a:lstStyle>
            <a:lvl1pPr algn="ctr">
              <a:defRPr sz="445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9114" y="4547573"/>
            <a:ext cx="5094685" cy="2090400"/>
          </a:xfrm>
        </p:spPr>
        <p:txBody>
          <a:bodyPr/>
          <a:lstStyle>
            <a:lvl1pPr marL="0" indent="0" algn="ctr">
              <a:buNone/>
              <a:defRPr sz="1783"/>
            </a:lvl1pPr>
            <a:lvl2pPr marL="339654" indent="0" algn="ctr">
              <a:buNone/>
              <a:defRPr sz="1486"/>
            </a:lvl2pPr>
            <a:lvl3pPr marL="679308" indent="0" algn="ctr">
              <a:buNone/>
              <a:defRPr sz="1337"/>
            </a:lvl3pPr>
            <a:lvl4pPr marL="1018962" indent="0" algn="ctr">
              <a:buNone/>
              <a:defRPr sz="1189"/>
            </a:lvl4pPr>
            <a:lvl5pPr marL="1358616" indent="0" algn="ctr">
              <a:buNone/>
              <a:defRPr sz="1189"/>
            </a:lvl5pPr>
            <a:lvl6pPr marL="1698269" indent="0" algn="ctr">
              <a:buNone/>
              <a:defRPr sz="1189"/>
            </a:lvl6pPr>
            <a:lvl7pPr marL="2037923" indent="0" algn="ctr">
              <a:buNone/>
              <a:defRPr sz="1189"/>
            </a:lvl7pPr>
            <a:lvl8pPr marL="2377577" indent="0" algn="ctr">
              <a:buNone/>
              <a:defRPr sz="1189"/>
            </a:lvl8pPr>
            <a:lvl9pPr marL="2717231" indent="0" algn="ctr">
              <a:buNone/>
              <a:defRPr sz="1189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1394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3889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3475" y="2158546"/>
            <a:ext cx="5858887" cy="3601580"/>
          </a:xfrm>
        </p:spPr>
        <p:txBody>
          <a:bodyPr anchor="b"/>
          <a:lstStyle>
            <a:lvl1pPr>
              <a:defRPr sz="445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3475" y="5794199"/>
            <a:ext cx="5858887" cy="1893986"/>
          </a:xfrm>
        </p:spPr>
        <p:txBody>
          <a:bodyPr/>
          <a:lstStyle>
            <a:lvl1pPr marL="0" indent="0">
              <a:buNone/>
              <a:defRPr sz="1783">
                <a:solidFill>
                  <a:schemeClr val="tx1"/>
                </a:solidFill>
              </a:defRPr>
            </a:lvl1pPr>
            <a:lvl2pPr marL="339654" indent="0">
              <a:buNone/>
              <a:defRPr sz="1486">
                <a:solidFill>
                  <a:schemeClr val="tx1">
                    <a:tint val="75000"/>
                  </a:schemeClr>
                </a:solidFill>
              </a:defRPr>
            </a:lvl2pPr>
            <a:lvl3pPr marL="679308" indent="0">
              <a:buNone/>
              <a:defRPr sz="1337">
                <a:solidFill>
                  <a:schemeClr val="tx1">
                    <a:tint val="75000"/>
                  </a:schemeClr>
                </a:solidFill>
              </a:defRPr>
            </a:lvl3pPr>
            <a:lvl4pPr marL="1018962" indent="0">
              <a:buNone/>
              <a:defRPr sz="1189">
                <a:solidFill>
                  <a:schemeClr val="tx1">
                    <a:tint val="75000"/>
                  </a:schemeClr>
                </a:solidFill>
              </a:defRPr>
            </a:lvl4pPr>
            <a:lvl5pPr marL="1358616" indent="0">
              <a:buNone/>
              <a:defRPr sz="1189">
                <a:solidFill>
                  <a:schemeClr val="tx1">
                    <a:tint val="75000"/>
                  </a:schemeClr>
                </a:solidFill>
              </a:defRPr>
            </a:lvl5pPr>
            <a:lvl6pPr marL="1698269" indent="0">
              <a:buNone/>
              <a:defRPr sz="1189">
                <a:solidFill>
                  <a:schemeClr val="tx1">
                    <a:tint val="75000"/>
                  </a:schemeClr>
                </a:solidFill>
              </a:defRPr>
            </a:lvl6pPr>
            <a:lvl7pPr marL="2037923" indent="0">
              <a:buNone/>
              <a:defRPr sz="1189">
                <a:solidFill>
                  <a:schemeClr val="tx1">
                    <a:tint val="75000"/>
                  </a:schemeClr>
                </a:solidFill>
              </a:defRPr>
            </a:lvl7pPr>
            <a:lvl8pPr marL="2377577" indent="0">
              <a:buNone/>
              <a:defRPr sz="1189">
                <a:solidFill>
                  <a:schemeClr val="tx1">
                    <a:tint val="75000"/>
                  </a:schemeClr>
                </a:solidFill>
              </a:defRPr>
            </a:lvl8pPr>
            <a:lvl9pPr marL="2717231" indent="0">
              <a:buNone/>
              <a:defRPr sz="11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2197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7013" y="2304852"/>
            <a:ext cx="2886988" cy="549356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38912" y="2304852"/>
            <a:ext cx="2886988" cy="549356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8075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898" y="460972"/>
            <a:ext cx="5858887" cy="167352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898" y="2122468"/>
            <a:ext cx="2873720" cy="1040189"/>
          </a:xfrm>
        </p:spPr>
        <p:txBody>
          <a:bodyPr anchor="b"/>
          <a:lstStyle>
            <a:lvl1pPr marL="0" indent="0">
              <a:buNone/>
              <a:defRPr sz="1783" b="1"/>
            </a:lvl1pPr>
            <a:lvl2pPr marL="339654" indent="0">
              <a:buNone/>
              <a:defRPr sz="1486" b="1"/>
            </a:lvl2pPr>
            <a:lvl3pPr marL="679308" indent="0">
              <a:buNone/>
              <a:defRPr sz="1337" b="1"/>
            </a:lvl3pPr>
            <a:lvl4pPr marL="1018962" indent="0">
              <a:buNone/>
              <a:defRPr sz="1189" b="1"/>
            </a:lvl4pPr>
            <a:lvl5pPr marL="1358616" indent="0">
              <a:buNone/>
              <a:defRPr sz="1189" b="1"/>
            </a:lvl5pPr>
            <a:lvl6pPr marL="1698269" indent="0">
              <a:buNone/>
              <a:defRPr sz="1189" b="1"/>
            </a:lvl6pPr>
            <a:lvl7pPr marL="2037923" indent="0">
              <a:buNone/>
              <a:defRPr sz="1189" b="1"/>
            </a:lvl7pPr>
            <a:lvl8pPr marL="2377577" indent="0">
              <a:buNone/>
              <a:defRPr sz="1189" b="1"/>
            </a:lvl8pPr>
            <a:lvl9pPr marL="2717231" indent="0">
              <a:buNone/>
              <a:defRPr sz="118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898" y="3162657"/>
            <a:ext cx="2873720" cy="465179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38912" y="2122468"/>
            <a:ext cx="2887873" cy="1040189"/>
          </a:xfrm>
        </p:spPr>
        <p:txBody>
          <a:bodyPr anchor="b"/>
          <a:lstStyle>
            <a:lvl1pPr marL="0" indent="0">
              <a:buNone/>
              <a:defRPr sz="1783" b="1"/>
            </a:lvl1pPr>
            <a:lvl2pPr marL="339654" indent="0">
              <a:buNone/>
              <a:defRPr sz="1486" b="1"/>
            </a:lvl2pPr>
            <a:lvl3pPr marL="679308" indent="0">
              <a:buNone/>
              <a:defRPr sz="1337" b="1"/>
            </a:lvl3pPr>
            <a:lvl4pPr marL="1018962" indent="0">
              <a:buNone/>
              <a:defRPr sz="1189" b="1"/>
            </a:lvl4pPr>
            <a:lvl5pPr marL="1358616" indent="0">
              <a:buNone/>
              <a:defRPr sz="1189" b="1"/>
            </a:lvl5pPr>
            <a:lvl6pPr marL="1698269" indent="0">
              <a:buNone/>
              <a:defRPr sz="1189" b="1"/>
            </a:lvl6pPr>
            <a:lvl7pPr marL="2037923" indent="0">
              <a:buNone/>
              <a:defRPr sz="1189" b="1"/>
            </a:lvl7pPr>
            <a:lvl8pPr marL="2377577" indent="0">
              <a:buNone/>
              <a:defRPr sz="1189" b="1"/>
            </a:lvl8pPr>
            <a:lvl9pPr marL="2717231" indent="0">
              <a:buNone/>
              <a:defRPr sz="118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38912" y="3162657"/>
            <a:ext cx="2887873" cy="465179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545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0193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095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898" y="577215"/>
            <a:ext cx="2190891" cy="2020253"/>
          </a:xfrm>
        </p:spPr>
        <p:txBody>
          <a:bodyPr anchor="b"/>
          <a:lstStyle>
            <a:lvl1pPr>
              <a:defRPr sz="237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7873" y="1246626"/>
            <a:ext cx="3438912" cy="6152952"/>
          </a:xfrm>
        </p:spPr>
        <p:txBody>
          <a:bodyPr/>
          <a:lstStyle>
            <a:lvl1pPr>
              <a:defRPr sz="2377"/>
            </a:lvl1pPr>
            <a:lvl2pPr>
              <a:defRPr sz="2080"/>
            </a:lvl2pPr>
            <a:lvl3pPr>
              <a:defRPr sz="1783"/>
            </a:lvl3pPr>
            <a:lvl4pPr>
              <a:defRPr sz="1486"/>
            </a:lvl4pPr>
            <a:lvl5pPr>
              <a:defRPr sz="1486"/>
            </a:lvl5pPr>
            <a:lvl6pPr>
              <a:defRPr sz="1486"/>
            </a:lvl6pPr>
            <a:lvl7pPr>
              <a:defRPr sz="1486"/>
            </a:lvl7pPr>
            <a:lvl8pPr>
              <a:defRPr sz="1486"/>
            </a:lvl8pPr>
            <a:lvl9pPr>
              <a:defRPr sz="1486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7898" y="2597467"/>
            <a:ext cx="2190891" cy="4812130"/>
          </a:xfrm>
        </p:spPr>
        <p:txBody>
          <a:bodyPr/>
          <a:lstStyle>
            <a:lvl1pPr marL="0" indent="0">
              <a:buNone/>
              <a:defRPr sz="1189"/>
            </a:lvl1pPr>
            <a:lvl2pPr marL="339654" indent="0">
              <a:buNone/>
              <a:defRPr sz="1040"/>
            </a:lvl2pPr>
            <a:lvl3pPr marL="679308" indent="0">
              <a:buNone/>
              <a:defRPr sz="891"/>
            </a:lvl3pPr>
            <a:lvl4pPr marL="1018962" indent="0">
              <a:buNone/>
              <a:defRPr sz="743"/>
            </a:lvl4pPr>
            <a:lvl5pPr marL="1358616" indent="0">
              <a:buNone/>
              <a:defRPr sz="743"/>
            </a:lvl5pPr>
            <a:lvl6pPr marL="1698269" indent="0">
              <a:buNone/>
              <a:defRPr sz="743"/>
            </a:lvl6pPr>
            <a:lvl7pPr marL="2037923" indent="0">
              <a:buNone/>
              <a:defRPr sz="743"/>
            </a:lvl7pPr>
            <a:lvl8pPr marL="2377577" indent="0">
              <a:buNone/>
              <a:defRPr sz="743"/>
            </a:lvl8pPr>
            <a:lvl9pPr marL="2717231" indent="0">
              <a:buNone/>
              <a:defRPr sz="74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2468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898" y="577215"/>
            <a:ext cx="2190891" cy="2020253"/>
          </a:xfrm>
        </p:spPr>
        <p:txBody>
          <a:bodyPr anchor="b"/>
          <a:lstStyle>
            <a:lvl1pPr>
              <a:defRPr sz="237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87873" y="1246626"/>
            <a:ext cx="3438912" cy="6152952"/>
          </a:xfrm>
        </p:spPr>
        <p:txBody>
          <a:bodyPr anchor="t"/>
          <a:lstStyle>
            <a:lvl1pPr marL="0" indent="0">
              <a:buNone/>
              <a:defRPr sz="2377"/>
            </a:lvl1pPr>
            <a:lvl2pPr marL="339654" indent="0">
              <a:buNone/>
              <a:defRPr sz="2080"/>
            </a:lvl2pPr>
            <a:lvl3pPr marL="679308" indent="0">
              <a:buNone/>
              <a:defRPr sz="1783"/>
            </a:lvl3pPr>
            <a:lvl4pPr marL="1018962" indent="0">
              <a:buNone/>
              <a:defRPr sz="1486"/>
            </a:lvl4pPr>
            <a:lvl5pPr marL="1358616" indent="0">
              <a:buNone/>
              <a:defRPr sz="1486"/>
            </a:lvl5pPr>
            <a:lvl6pPr marL="1698269" indent="0">
              <a:buNone/>
              <a:defRPr sz="1486"/>
            </a:lvl6pPr>
            <a:lvl7pPr marL="2037923" indent="0">
              <a:buNone/>
              <a:defRPr sz="1486"/>
            </a:lvl7pPr>
            <a:lvl8pPr marL="2377577" indent="0">
              <a:buNone/>
              <a:defRPr sz="1486"/>
            </a:lvl8pPr>
            <a:lvl9pPr marL="2717231" indent="0">
              <a:buNone/>
              <a:defRPr sz="1486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7898" y="2597467"/>
            <a:ext cx="2190891" cy="4812130"/>
          </a:xfrm>
        </p:spPr>
        <p:txBody>
          <a:bodyPr/>
          <a:lstStyle>
            <a:lvl1pPr marL="0" indent="0">
              <a:buNone/>
              <a:defRPr sz="1189"/>
            </a:lvl1pPr>
            <a:lvl2pPr marL="339654" indent="0">
              <a:buNone/>
              <a:defRPr sz="1040"/>
            </a:lvl2pPr>
            <a:lvl3pPr marL="679308" indent="0">
              <a:buNone/>
              <a:defRPr sz="891"/>
            </a:lvl3pPr>
            <a:lvl4pPr marL="1018962" indent="0">
              <a:buNone/>
              <a:defRPr sz="743"/>
            </a:lvl4pPr>
            <a:lvl5pPr marL="1358616" indent="0">
              <a:buNone/>
              <a:defRPr sz="743"/>
            </a:lvl5pPr>
            <a:lvl6pPr marL="1698269" indent="0">
              <a:buNone/>
              <a:defRPr sz="743"/>
            </a:lvl6pPr>
            <a:lvl7pPr marL="2037923" indent="0">
              <a:buNone/>
              <a:defRPr sz="743"/>
            </a:lvl7pPr>
            <a:lvl8pPr marL="2377577" indent="0">
              <a:buNone/>
              <a:defRPr sz="743"/>
            </a:lvl8pPr>
            <a:lvl9pPr marL="2717231" indent="0">
              <a:buNone/>
              <a:defRPr sz="74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6970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1464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861179" y="460971"/>
            <a:ext cx="1464722" cy="733744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7013" y="460971"/>
            <a:ext cx="4309254" cy="733744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794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7013" y="460972"/>
            <a:ext cx="5858887" cy="16735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013" y="2304852"/>
            <a:ext cx="5858887" cy="54935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67013" y="8024894"/>
            <a:ext cx="1528405" cy="460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9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50153" y="8024894"/>
            <a:ext cx="2292608" cy="460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9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97495" y="8024894"/>
            <a:ext cx="1528405" cy="460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9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7569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79308" rtl="0" eaLnBrk="1" latinLnBrk="0" hangingPunct="1">
        <a:lnSpc>
          <a:spcPct val="90000"/>
        </a:lnSpc>
        <a:spcBef>
          <a:spcPct val="0"/>
        </a:spcBef>
        <a:buNone/>
        <a:defRPr sz="326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9827" indent="-169827" algn="l" defTabSz="679308" rtl="0" eaLnBrk="1" latinLnBrk="0" hangingPunct="1">
        <a:lnSpc>
          <a:spcPct val="90000"/>
        </a:lnSpc>
        <a:spcBef>
          <a:spcPts val="743"/>
        </a:spcBef>
        <a:buFont typeface="Arial" panose="020B0604020202020204" pitchFamily="34" charset="0"/>
        <a:buChar char="•"/>
        <a:defRPr sz="2080" kern="1200">
          <a:solidFill>
            <a:schemeClr val="tx1"/>
          </a:solidFill>
          <a:latin typeface="+mn-lt"/>
          <a:ea typeface="+mn-ea"/>
          <a:cs typeface="+mn-cs"/>
        </a:defRPr>
      </a:lvl1pPr>
      <a:lvl2pPr marL="509481" indent="-169827" algn="l" defTabSz="679308" rtl="0" eaLnBrk="1" latinLnBrk="0" hangingPunct="1">
        <a:lnSpc>
          <a:spcPct val="90000"/>
        </a:lnSpc>
        <a:spcBef>
          <a:spcPts val="371"/>
        </a:spcBef>
        <a:buFont typeface="Arial" panose="020B0604020202020204" pitchFamily="34" charset="0"/>
        <a:buChar char="•"/>
        <a:defRPr sz="1783" kern="1200">
          <a:solidFill>
            <a:schemeClr val="tx1"/>
          </a:solidFill>
          <a:latin typeface="+mn-lt"/>
          <a:ea typeface="+mn-ea"/>
          <a:cs typeface="+mn-cs"/>
        </a:defRPr>
      </a:lvl2pPr>
      <a:lvl3pPr marL="849135" indent="-169827" algn="l" defTabSz="679308" rtl="0" eaLnBrk="1" latinLnBrk="0" hangingPunct="1">
        <a:lnSpc>
          <a:spcPct val="90000"/>
        </a:lnSpc>
        <a:spcBef>
          <a:spcPts val="371"/>
        </a:spcBef>
        <a:buFont typeface="Arial" panose="020B0604020202020204" pitchFamily="34" charset="0"/>
        <a:buChar char="•"/>
        <a:defRPr sz="1486" kern="1200">
          <a:solidFill>
            <a:schemeClr val="tx1"/>
          </a:solidFill>
          <a:latin typeface="+mn-lt"/>
          <a:ea typeface="+mn-ea"/>
          <a:cs typeface="+mn-cs"/>
        </a:defRPr>
      </a:lvl3pPr>
      <a:lvl4pPr marL="1188789" indent="-169827" algn="l" defTabSz="679308" rtl="0" eaLnBrk="1" latinLnBrk="0" hangingPunct="1">
        <a:lnSpc>
          <a:spcPct val="90000"/>
        </a:lnSpc>
        <a:spcBef>
          <a:spcPts val="371"/>
        </a:spcBef>
        <a:buFont typeface="Arial" panose="020B0604020202020204" pitchFamily="34" charset="0"/>
        <a:buChar char="•"/>
        <a:defRPr sz="1337" kern="1200">
          <a:solidFill>
            <a:schemeClr val="tx1"/>
          </a:solidFill>
          <a:latin typeface="+mn-lt"/>
          <a:ea typeface="+mn-ea"/>
          <a:cs typeface="+mn-cs"/>
        </a:defRPr>
      </a:lvl4pPr>
      <a:lvl5pPr marL="1528442" indent="-169827" algn="l" defTabSz="679308" rtl="0" eaLnBrk="1" latinLnBrk="0" hangingPunct="1">
        <a:lnSpc>
          <a:spcPct val="90000"/>
        </a:lnSpc>
        <a:spcBef>
          <a:spcPts val="371"/>
        </a:spcBef>
        <a:buFont typeface="Arial" panose="020B0604020202020204" pitchFamily="34" charset="0"/>
        <a:buChar char="•"/>
        <a:defRPr sz="1337" kern="1200">
          <a:solidFill>
            <a:schemeClr val="tx1"/>
          </a:solidFill>
          <a:latin typeface="+mn-lt"/>
          <a:ea typeface="+mn-ea"/>
          <a:cs typeface="+mn-cs"/>
        </a:defRPr>
      </a:lvl5pPr>
      <a:lvl6pPr marL="1868096" indent="-169827" algn="l" defTabSz="679308" rtl="0" eaLnBrk="1" latinLnBrk="0" hangingPunct="1">
        <a:lnSpc>
          <a:spcPct val="90000"/>
        </a:lnSpc>
        <a:spcBef>
          <a:spcPts val="371"/>
        </a:spcBef>
        <a:buFont typeface="Arial" panose="020B0604020202020204" pitchFamily="34" charset="0"/>
        <a:buChar char="•"/>
        <a:defRPr sz="1337" kern="1200">
          <a:solidFill>
            <a:schemeClr val="tx1"/>
          </a:solidFill>
          <a:latin typeface="+mn-lt"/>
          <a:ea typeface="+mn-ea"/>
          <a:cs typeface="+mn-cs"/>
        </a:defRPr>
      </a:lvl6pPr>
      <a:lvl7pPr marL="2207750" indent="-169827" algn="l" defTabSz="679308" rtl="0" eaLnBrk="1" latinLnBrk="0" hangingPunct="1">
        <a:lnSpc>
          <a:spcPct val="90000"/>
        </a:lnSpc>
        <a:spcBef>
          <a:spcPts val="371"/>
        </a:spcBef>
        <a:buFont typeface="Arial" panose="020B0604020202020204" pitchFamily="34" charset="0"/>
        <a:buChar char="•"/>
        <a:defRPr sz="1337" kern="1200">
          <a:solidFill>
            <a:schemeClr val="tx1"/>
          </a:solidFill>
          <a:latin typeface="+mn-lt"/>
          <a:ea typeface="+mn-ea"/>
          <a:cs typeface="+mn-cs"/>
        </a:defRPr>
      </a:lvl7pPr>
      <a:lvl8pPr marL="2547404" indent="-169827" algn="l" defTabSz="679308" rtl="0" eaLnBrk="1" latinLnBrk="0" hangingPunct="1">
        <a:lnSpc>
          <a:spcPct val="90000"/>
        </a:lnSpc>
        <a:spcBef>
          <a:spcPts val="371"/>
        </a:spcBef>
        <a:buFont typeface="Arial" panose="020B0604020202020204" pitchFamily="34" charset="0"/>
        <a:buChar char="•"/>
        <a:defRPr sz="1337" kern="1200">
          <a:solidFill>
            <a:schemeClr val="tx1"/>
          </a:solidFill>
          <a:latin typeface="+mn-lt"/>
          <a:ea typeface="+mn-ea"/>
          <a:cs typeface="+mn-cs"/>
        </a:defRPr>
      </a:lvl8pPr>
      <a:lvl9pPr marL="2887058" indent="-169827" algn="l" defTabSz="679308" rtl="0" eaLnBrk="1" latinLnBrk="0" hangingPunct="1">
        <a:lnSpc>
          <a:spcPct val="90000"/>
        </a:lnSpc>
        <a:spcBef>
          <a:spcPts val="371"/>
        </a:spcBef>
        <a:buFont typeface="Arial" panose="020B0604020202020204" pitchFamily="34" charset="0"/>
        <a:buChar char="•"/>
        <a:defRPr sz="1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9308" rtl="0" eaLnBrk="1" latinLnBrk="0" hangingPunct="1">
        <a:defRPr sz="1337" kern="1200">
          <a:solidFill>
            <a:schemeClr val="tx1"/>
          </a:solidFill>
          <a:latin typeface="+mn-lt"/>
          <a:ea typeface="+mn-ea"/>
          <a:cs typeface="+mn-cs"/>
        </a:defRPr>
      </a:lvl1pPr>
      <a:lvl2pPr marL="339654" algn="l" defTabSz="679308" rtl="0" eaLnBrk="1" latinLnBrk="0" hangingPunct="1">
        <a:defRPr sz="1337" kern="1200">
          <a:solidFill>
            <a:schemeClr val="tx1"/>
          </a:solidFill>
          <a:latin typeface="+mn-lt"/>
          <a:ea typeface="+mn-ea"/>
          <a:cs typeface="+mn-cs"/>
        </a:defRPr>
      </a:lvl2pPr>
      <a:lvl3pPr marL="679308" algn="l" defTabSz="679308" rtl="0" eaLnBrk="1" latinLnBrk="0" hangingPunct="1">
        <a:defRPr sz="1337" kern="1200">
          <a:solidFill>
            <a:schemeClr val="tx1"/>
          </a:solidFill>
          <a:latin typeface="+mn-lt"/>
          <a:ea typeface="+mn-ea"/>
          <a:cs typeface="+mn-cs"/>
        </a:defRPr>
      </a:lvl3pPr>
      <a:lvl4pPr marL="1018962" algn="l" defTabSz="679308" rtl="0" eaLnBrk="1" latinLnBrk="0" hangingPunct="1">
        <a:defRPr sz="1337" kern="1200">
          <a:solidFill>
            <a:schemeClr val="tx1"/>
          </a:solidFill>
          <a:latin typeface="+mn-lt"/>
          <a:ea typeface="+mn-ea"/>
          <a:cs typeface="+mn-cs"/>
        </a:defRPr>
      </a:lvl4pPr>
      <a:lvl5pPr marL="1358616" algn="l" defTabSz="679308" rtl="0" eaLnBrk="1" latinLnBrk="0" hangingPunct="1">
        <a:defRPr sz="1337" kern="1200">
          <a:solidFill>
            <a:schemeClr val="tx1"/>
          </a:solidFill>
          <a:latin typeface="+mn-lt"/>
          <a:ea typeface="+mn-ea"/>
          <a:cs typeface="+mn-cs"/>
        </a:defRPr>
      </a:lvl5pPr>
      <a:lvl6pPr marL="1698269" algn="l" defTabSz="679308" rtl="0" eaLnBrk="1" latinLnBrk="0" hangingPunct="1">
        <a:defRPr sz="1337" kern="1200">
          <a:solidFill>
            <a:schemeClr val="tx1"/>
          </a:solidFill>
          <a:latin typeface="+mn-lt"/>
          <a:ea typeface="+mn-ea"/>
          <a:cs typeface="+mn-cs"/>
        </a:defRPr>
      </a:lvl6pPr>
      <a:lvl7pPr marL="2037923" algn="l" defTabSz="679308" rtl="0" eaLnBrk="1" latinLnBrk="0" hangingPunct="1">
        <a:defRPr sz="1337" kern="1200">
          <a:solidFill>
            <a:schemeClr val="tx1"/>
          </a:solidFill>
          <a:latin typeface="+mn-lt"/>
          <a:ea typeface="+mn-ea"/>
          <a:cs typeface="+mn-cs"/>
        </a:defRPr>
      </a:lvl7pPr>
      <a:lvl8pPr marL="2377577" algn="l" defTabSz="679308" rtl="0" eaLnBrk="1" latinLnBrk="0" hangingPunct="1">
        <a:defRPr sz="1337" kern="1200">
          <a:solidFill>
            <a:schemeClr val="tx1"/>
          </a:solidFill>
          <a:latin typeface="+mn-lt"/>
          <a:ea typeface="+mn-ea"/>
          <a:cs typeface="+mn-cs"/>
        </a:defRPr>
      </a:lvl8pPr>
      <a:lvl9pPr marL="2717231" algn="l" defTabSz="679308" rtl="0" eaLnBrk="1" latinLnBrk="0" hangingPunct="1">
        <a:defRPr sz="1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24851" y="0"/>
            <a:ext cx="6553763" cy="86094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t1 (c1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,c5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,c6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VARCHAR(10)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);</a:t>
            </a:r>
          </a:p>
          <a:p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TABLE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t3 (c1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,c4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,c5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INTO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t1 (c1, c5, c6)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(9505, '2025-12-02', 'sample_h');</a:t>
            </a:r>
          </a:p>
          <a:p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INTO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t3 (c1, c4, c5)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VALUES 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(4992,2020, '2023-01-01 22:44:35’);</a:t>
            </a:r>
          </a:p>
          <a:p>
            <a:endParaRPr lang="en-US" altLang="zh-CN" sz="160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-- Original Query</a:t>
            </a:r>
          </a:p>
          <a:p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SELECT </a:t>
            </a:r>
          </a:p>
          <a:p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DISTINCT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(hpg31.c5)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col_1, </a:t>
            </a:r>
          </a:p>
          <a:p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GROUP_CONCAT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(hpg31.c4)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col_2, </a:t>
            </a:r>
          </a:p>
          <a:p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FLOOR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ASIN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(hpg31.c1))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col_3 </a:t>
            </a:r>
          </a:p>
          <a:p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FROM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t3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hpg31 </a:t>
            </a:r>
          </a:p>
          <a:p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GROUP BY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b="1" i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FLOOR(ASIN(hpg31.c1))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FLOOR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ASIN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(hpg31.c1))</a:t>
            </a:r>
          </a:p>
          <a:p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UNION ALL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</a:p>
          <a:p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nhp53.c5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col_1, nhp53.c6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col_2, nhp53.c1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col_3 </a:t>
            </a:r>
          </a:p>
          <a:p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t1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nhp53;</a:t>
            </a:r>
          </a:p>
          <a:p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--result:	</a:t>
            </a:r>
            <a:r>
              <a:rPr lang="en-US" altLang="zh-CN" sz="1600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2026-02-03 22:44:35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|   2020</a:t>
            </a:r>
            <a:r>
              <a:rPr lang="en-US" altLang="zh-CN" sz="1600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|   NULL   --</a:t>
            </a:r>
            <a:r>
              <a:rPr lang="en-US" altLang="zh-CN" sz="1600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(expected)</a:t>
            </a:r>
          </a:p>
          <a:p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--result:	</a:t>
            </a:r>
            <a:r>
              <a:rPr lang="en-US" altLang="zh-CN" sz="1600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0000-00-00 00:00:00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|   2020</a:t>
            </a:r>
            <a:r>
              <a:rPr lang="en-US" altLang="zh-CN" sz="1600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|   NULL   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--</a:t>
            </a:r>
            <a:r>
              <a:rPr lang="en-US" altLang="zh-CN" sz="1600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(actual)</a:t>
            </a:r>
          </a:p>
          <a:p>
            <a:endParaRPr lang="en-US" altLang="zh-CN" sz="160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-- Mutated Query</a:t>
            </a:r>
          </a:p>
          <a:p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</a:t>
            </a:r>
          </a:p>
          <a:p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SELECT </a:t>
            </a:r>
          </a:p>
          <a:p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DISTINCT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MIN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(hpg31.c5)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col_1, </a:t>
            </a:r>
          </a:p>
          <a:p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GROUP_CONCAT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(hpg31.c4)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col_2, </a:t>
            </a:r>
          </a:p>
          <a:p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FLOOR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ASIN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(hpg31.c1))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col_3 </a:t>
            </a:r>
          </a:p>
          <a:p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FROM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t3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hpg31 </a:t>
            </a:r>
          </a:p>
          <a:p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GROUP BY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600" b="1" i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FLOOR(-ASIN(-hpg31.c1))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FLOOR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ASIN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(hpg31.c1))</a:t>
            </a:r>
          </a:p>
          <a:p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 </a:t>
            </a:r>
          </a:p>
          <a:p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UNION ALL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</a:p>
          <a:p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SELECT </a:t>
            </a:r>
          </a:p>
          <a:p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nhp53.c5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col_1, nhp53.c6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col_2, nhp53.c1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col_3 </a:t>
            </a:r>
          </a:p>
          <a:p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FROM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t1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nhp53;</a:t>
            </a:r>
            <a:endParaRPr lang="en-US" altLang="zh-C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--result:	</a:t>
            </a:r>
            <a:r>
              <a:rPr lang="en-US" altLang="zh-CN" sz="1600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2026-02-03 22:44:35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|   2020</a:t>
            </a:r>
            <a:r>
              <a:rPr lang="en-US" altLang="zh-CN" sz="1600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|   NULL</a:t>
            </a:r>
          </a:p>
          <a:p>
            <a:endParaRPr lang="en-US" altLang="zh-CN" sz="160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8220" y="4652439"/>
            <a:ext cx="389522" cy="3286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</TotalTime>
  <Words>308</Words>
  <Application>Microsoft Office PowerPoint</Application>
  <PresentationFormat>自定义</PresentationFormat>
  <Paragraphs>35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 lin</dc:creator>
  <cp:lastModifiedBy>li lin</cp:lastModifiedBy>
  <cp:revision>24</cp:revision>
  <dcterms:created xsi:type="dcterms:W3CDTF">2023-08-09T12:44:00Z</dcterms:created>
  <dcterms:modified xsi:type="dcterms:W3CDTF">2026-03-05T01:13:40Z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DFB1E394B96341D4930BB3C7380417A2_13</vt:lpwstr>
  </property>
</Properties>
</file>