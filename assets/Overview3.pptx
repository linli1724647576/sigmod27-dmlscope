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8" r:id="rId1"/>
  </p:sldMasterIdLst>
  <p:sldIdLst>
    <p:sldId id="256" r:id="rId2"/>
  </p:sldIdLst>
  <p:sldSz cx="14711363" cy="4159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10" userDrawn="1">
          <p15:clr>
            <a:srgbClr val="A4A3A4"/>
          </p15:clr>
        </p15:guide>
        <p15:guide id="2" pos="46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4EA"/>
    <a:srgbClr val="FDE9D9"/>
    <a:srgbClr val="ECE5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32" d="100"/>
          <a:sy n="132" d="100"/>
        </p:scale>
        <p:origin x="88" y="1836"/>
      </p:cViewPr>
      <p:guideLst>
        <p:guide orient="horz" pos="1310"/>
        <p:guide pos="46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8921" y="680692"/>
            <a:ext cx="11033522" cy="1448035"/>
          </a:xfrm>
        </p:spPr>
        <p:txBody>
          <a:bodyPr anchor="b"/>
          <a:lstStyle>
            <a:lvl1pPr algn="ctr">
              <a:defRPr sz="36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8921" y="2184569"/>
            <a:ext cx="11033522" cy="1004189"/>
          </a:xfrm>
        </p:spPr>
        <p:txBody>
          <a:bodyPr/>
          <a:lstStyle>
            <a:lvl1pPr marL="0" indent="0" algn="ctr">
              <a:buNone/>
              <a:defRPr sz="1456"/>
            </a:lvl1pPr>
            <a:lvl2pPr marL="277292" indent="0" algn="ctr">
              <a:buNone/>
              <a:defRPr sz="1213"/>
            </a:lvl2pPr>
            <a:lvl3pPr marL="554584" indent="0" algn="ctr">
              <a:buNone/>
              <a:defRPr sz="1092"/>
            </a:lvl3pPr>
            <a:lvl4pPr marL="831875" indent="0" algn="ctr">
              <a:buNone/>
              <a:defRPr sz="970"/>
            </a:lvl4pPr>
            <a:lvl5pPr marL="1109167" indent="0" algn="ctr">
              <a:buNone/>
              <a:defRPr sz="970"/>
            </a:lvl5pPr>
            <a:lvl6pPr marL="1386459" indent="0" algn="ctr">
              <a:buNone/>
              <a:defRPr sz="970"/>
            </a:lvl6pPr>
            <a:lvl7pPr marL="1663751" indent="0" algn="ctr">
              <a:buNone/>
              <a:defRPr sz="970"/>
            </a:lvl7pPr>
            <a:lvl8pPr marL="1941043" indent="0" algn="ctr">
              <a:buNone/>
              <a:defRPr sz="970"/>
            </a:lvl8pPr>
            <a:lvl9pPr marL="2218334" indent="0" algn="ctr">
              <a:buNone/>
              <a:defRPr sz="97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622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871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744" y="1036925"/>
            <a:ext cx="12688551" cy="1730132"/>
          </a:xfrm>
        </p:spPr>
        <p:txBody>
          <a:bodyPr anchor="b"/>
          <a:lstStyle>
            <a:lvl1pPr>
              <a:defRPr sz="36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744" y="2783424"/>
            <a:ext cx="12688551" cy="909836"/>
          </a:xfrm>
        </p:spPr>
        <p:txBody>
          <a:bodyPr/>
          <a:lstStyle>
            <a:lvl1pPr marL="0" indent="0">
              <a:buNone/>
              <a:defRPr sz="1456">
                <a:solidFill>
                  <a:schemeClr val="tx1">
                    <a:tint val="75000"/>
                  </a:schemeClr>
                </a:solidFill>
              </a:defRPr>
            </a:lvl1pPr>
            <a:lvl2pPr marL="277292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2pPr>
            <a:lvl3pPr marL="554584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3pPr>
            <a:lvl4pPr marL="831875" indent="0">
              <a:buNone/>
              <a:defRPr sz="970">
                <a:solidFill>
                  <a:schemeClr val="tx1">
                    <a:tint val="75000"/>
                  </a:schemeClr>
                </a:solidFill>
              </a:defRPr>
            </a:lvl4pPr>
            <a:lvl5pPr marL="1109167" indent="0">
              <a:buNone/>
              <a:defRPr sz="970">
                <a:solidFill>
                  <a:schemeClr val="tx1">
                    <a:tint val="75000"/>
                  </a:schemeClr>
                </a:solidFill>
              </a:defRPr>
            </a:lvl5pPr>
            <a:lvl6pPr marL="1386459" indent="0">
              <a:buNone/>
              <a:defRPr sz="970">
                <a:solidFill>
                  <a:schemeClr val="tx1">
                    <a:tint val="75000"/>
                  </a:schemeClr>
                </a:solidFill>
              </a:defRPr>
            </a:lvl6pPr>
            <a:lvl7pPr marL="1663751" indent="0">
              <a:buNone/>
              <a:defRPr sz="970">
                <a:solidFill>
                  <a:schemeClr val="tx1">
                    <a:tint val="75000"/>
                  </a:schemeClr>
                </a:solidFill>
              </a:defRPr>
            </a:lvl7pPr>
            <a:lvl8pPr marL="1941043" indent="0">
              <a:buNone/>
              <a:defRPr sz="970">
                <a:solidFill>
                  <a:schemeClr val="tx1">
                    <a:tint val="75000"/>
                  </a:schemeClr>
                </a:solidFill>
              </a:defRPr>
            </a:lvl8pPr>
            <a:lvl9pPr marL="2218334" indent="0">
              <a:buNone/>
              <a:defRPr sz="9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572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1406" y="1107208"/>
            <a:ext cx="6252329" cy="26390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7628" y="1107208"/>
            <a:ext cx="6252329" cy="26390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242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322" y="221442"/>
            <a:ext cx="12688551" cy="80392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323" y="1019594"/>
            <a:ext cx="6223596" cy="499687"/>
          </a:xfrm>
        </p:spPr>
        <p:txBody>
          <a:bodyPr anchor="b"/>
          <a:lstStyle>
            <a:lvl1pPr marL="0" indent="0">
              <a:buNone/>
              <a:defRPr sz="1456" b="1"/>
            </a:lvl1pPr>
            <a:lvl2pPr marL="277292" indent="0">
              <a:buNone/>
              <a:defRPr sz="1213" b="1"/>
            </a:lvl2pPr>
            <a:lvl3pPr marL="554584" indent="0">
              <a:buNone/>
              <a:defRPr sz="1092" b="1"/>
            </a:lvl3pPr>
            <a:lvl4pPr marL="831875" indent="0">
              <a:buNone/>
              <a:defRPr sz="970" b="1"/>
            </a:lvl4pPr>
            <a:lvl5pPr marL="1109167" indent="0">
              <a:buNone/>
              <a:defRPr sz="970" b="1"/>
            </a:lvl5pPr>
            <a:lvl6pPr marL="1386459" indent="0">
              <a:buNone/>
              <a:defRPr sz="970" b="1"/>
            </a:lvl6pPr>
            <a:lvl7pPr marL="1663751" indent="0">
              <a:buNone/>
              <a:defRPr sz="970" b="1"/>
            </a:lvl7pPr>
            <a:lvl8pPr marL="1941043" indent="0">
              <a:buNone/>
              <a:defRPr sz="970" b="1"/>
            </a:lvl8pPr>
            <a:lvl9pPr marL="2218334" indent="0">
              <a:buNone/>
              <a:defRPr sz="97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323" y="1519282"/>
            <a:ext cx="6223596" cy="22346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47628" y="1019594"/>
            <a:ext cx="6254245" cy="499687"/>
          </a:xfrm>
        </p:spPr>
        <p:txBody>
          <a:bodyPr anchor="b"/>
          <a:lstStyle>
            <a:lvl1pPr marL="0" indent="0">
              <a:buNone/>
              <a:defRPr sz="1456" b="1"/>
            </a:lvl1pPr>
            <a:lvl2pPr marL="277292" indent="0">
              <a:buNone/>
              <a:defRPr sz="1213" b="1"/>
            </a:lvl2pPr>
            <a:lvl3pPr marL="554584" indent="0">
              <a:buNone/>
              <a:defRPr sz="1092" b="1"/>
            </a:lvl3pPr>
            <a:lvl4pPr marL="831875" indent="0">
              <a:buNone/>
              <a:defRPr sz="970" b="1"/>
            </a:lvl4pPr>
            <a:lvl5pPr marL="1109167" indent="0">
              <a:buNone/>
              <a:defRPr sz="970" b="1"/>
            </a:lvl5pPr>
            <a:lvl6pPr marL="1386459" indent="0">
              <a:buNone/>
              <a:defRPr sz="970" b="1"/>
            </a:lvl6pPr>
            <a:lvl7pPr marL="1663751" indent="0">
              <a:buNone/>
              <a:defRPr sz="970" b="1"/>
            </a:lvl7pPr>
            <a:lvl8pPr marL="1941043" indent="0">
              <a:buNone/>
              <a:defRPr sz="970" b="1"/>
            </a:lvl8pPr>
            <a:lvl9pPr marL="2218334" indent="0">
              <a:buNone/>
              <a:defRPr sz="97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47628" y="1519282"/>
            <a:ext cx="6254245" cy="22346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178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023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154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323" y="277283"/>
            <a:ext cx="4744797" cy="970492"/>
          </a:xfrm>
        </p:spPr>
        <p:txBody>
          <a:bodyPr anchor="b"/>
          <a:lstStyle>
            <a:lvl1pPr>
              <a:defRPr sz="194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4245" y="598855"/>
            <a:ext cx="7447628" cy="2955763"/>
          </a:xfrm>
        </p:spPr>
        <p:txBody>
          <a:bodyPr/>
          <a:lstStyle>
            <a:lvl1pPr>
              <a:defRPr sz="1941"/>
            </a:lvl1pPr>
            <a:lvl2pPr>
              <a:defRPr sz="1698"/>
            </a:lvl2pPr>
            <a:lvl3pPr>
              <a:defRPr sz="1456"/>
            </a:lvl3pPr>
            <a:lvl4pPr>
              <a:defRPr sz="1213"/>
            </a:lvl4pPr>
            <a:lvl5pPr>
              <a:defRPr sz="1213"/>
            </a:lvl5pPr>
            <a:lvl6pPr>
              <a:defRPr sz="1213"/>
            </a:lvl6pPr>
            <a:lvl7pPr>
              <a:defRPr sz="1213"/>
            </a:lvl7pPr>
            <a:lvl8pPr>
              <a:defRPr sz="1213"/>
            </a:lvl8pPr>
            <a:lvl9pPr>
              <a:defRPr sz="121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323" y="1247775"/>
            <a:ext cx="4744797" cy="2311658"/>
          </a:xfrm>
        </p:spPr>
        <p:txBody>
          <a:bodyPr/>
          <a:lstStyle>
            <a:lvl1pPr marL="0" indent="0">
              <a:buNone/>
              <a:defRPr sz="970"/>
            </a:lvl1pPr>
            <a:lvl2pPr marL="277292" indent="0">
              <a:buNone/>
              <a:defRPr sz="849"/>
            </a:lvl2pPr>
            <a:lvl3pPr marL="554584" indent="0">
              <a:buNone/>
              <a:defRPr sz="728"/>
            </a:lvl3pPr>
            <a:lvl4pPr marL="831875" indent="0">
              <a:buNone/>
              <a:defRPr sz="607"/>
            </a:lvl4pPr>
            <a:lvl5pPr marL="1109167" indent="0">
              <a:buNone/>
              <a:defRPr sz="607"/>
            </a:lvl5pPr>
            <a:lvl6pPr marL="1386459" indent="0">
              <a:buNone/>
              <a:defRPr sz="607"/>
            </a:lvl6pPr>
            <a:lvl7pPr marL="1663751" indent="0">
              <a:buNone/>
              <a:defRPr sz="607"/>
            </a:lvl7pPr>
            <a:lvl8pPr marL="1941043" indent="0">
              <a:buNone/>
              <a:defRPr sz="607"/>
            </a:lvl8pPr>
            <a:lvl9pPr marL="2218334" indent="0">
              <a:buNone/>
              <a:defRPr sz="60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656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323" y="277283"/>
            <a:ext cx="4744797" cy="970492"/>
          </a:xfrm>
        </p:spPr>
        <p:txBody>
          <a:bodyPr anchor="b"/>
          <a:lstStyle>
            <a:lvl1pPr>
              <a:defRPr sz="194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54245" y="598855"/>
            <a:ext cx="7447628" cy="2955763"/>
          </a:xfrm>
        </p:spPr>
        <p:txBody>
          <a:bodyPr anchor="t"/>
          <a:lstStyle>
            <a:lvl1pPr marL="0" indent="0">
              <a:buNone/>
              <a:defRPr sz="1941"/>
            </a:lvl1pPr>
            <a:lvl2pPr marL="277292" indent="0">
              <a:buNone/>
              <a:defRPr sz="1698"/>
            </a:lvl2pPr>
            <a:lvl3pPr marL="554584" indent="0">
              <a:buNone/>
              <a:defRPr sz="1456"/>
            </a:lvl3pPr>
            <a:lvl4pPr marL="831875" indent="0">
              <a:buNone/>
              <a:defRPr sz="1213"/>
            </a:lvl4pPr>
            <a:lvl5pPr marL="1109167" indent="0">
              <a:buNone/>
              <a:defRPr sz="1213"/>
            </a:lvl5pPr>
            <a:lvl6pPr marL="1386459" indent="0">
              <a:buNone/>
              <a:defRPr sz="1213"/>
            </a:lvl6pPr>
            <a:lvl7pPr marL="1663751" indent="0">
              <a:buNone/>
              <a:defRPr sz="1213"/>
            </a:lvl7pPr>
            <a:lvl8pPr marL="1941043" indent="0">
              <a:buNone/>
              <a:defRPr sz="1213"/>
            </a:lvl8pPr>
            <a:lvl9pPr marL="2218334" indent="0">
              <a:buNone/>
              <a:defRPr sz="121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323" y="1247775"/>
            <a:ext cx="4744797" cy="2311658"/>
          </a:xfrm>
        </p:spPr>
        <p:txBody>
          <a:bodyPr/>
          <a:lstStyle>
            <a:lvl1pPr marL="0" indent="0">
              <a:buNone/>
              <a:defRPr sz="970"/>
            </a:lvl1pPr>
            <a:lvl2pPr marL="277292" indent="0">
              <a:buNone/>
              <a:defRPr sz="849"/>
            </a:lvl2pPr>
            <a:lvl3pPr marL="554584" indent="0">
              <a:buNone/>
              <a:defRPr sz="728"/>
            </a:lvl3pPr>
            <a:lvl4pPr marL="831875" indent="0">
              <a:buNone/>
              <a:defRPr sz="607"/>
            </a:lvl4pPr>
            <a:lvl5pPr marL="1109167" indent="0">
              <a:buNone/>
              <a:defRPr sz="607"/>
            </a:lvl5pPr>
            <a:lvl6pPr marL="1386459" indent="0">
              <a:buNone/>
              <a:defRPr sz="607"/>
            </a:lvl6pPr>
            <a:lvl7pPr marL="1663751" indent="0">
              <a:buNone/>
              <a:defRPr sz="607"/>
            </a:lvl7pPr>
            <a:lvl8pPr marL="1941043" indent="0">
              <a:buNone/>
              <a:defRPr sz="607"/>
            </a:lvl8pPr>
            <a:lvl9pPr marL="2218334" indent="0">
              <a:buNone/>
              <a:defRPr sz="60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5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733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27819" y="221442"/>
            <a:ext cx="3172138" cy="352477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1406" y="221442"/>
            <a:ext cx="9332521" cy="352477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309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1406" y="221442"/>
            <a:ext cx="12688551" cy="803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406" y="1107208"/>
            <a:ext cx="12688551" cy="2639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1406" y="3855009"/>
            <a:ext cx="3310057" cy="221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73139" y="3855009"/>
            <a:ext cx="4965085" cy="221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89900" y="3855009"/>
            <a:ext cx="3310057" cy="221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654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554584" rtl="0" eaLnBrk="1" latinLnBrk="0" hangingPunct="1">
        <a:lnSpc>
          <a:spcPct val="90000"/>
        </a:lnSpc>
        <a:spcBef>
          <a:spcPct val="0"/>
        </a:spcBef>
        <a:buNone/>
        <a:defRPr sz="26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8646" indent="-138646" algn="l" defTabSz="554584" rtl="0" eaLnBrk="1" latinLnBrk="0" hangingPunct="1">
        <a:lnSpc>
          <a:spcPct val="90000"/>
        </a:lnSpc>
        <a:spcBef>
          <a:spcPts val="607"/>
        </a:spcBef>
        <a:buFont typeface="Arial" panose="020B0604020202020204" pitchFamily="34" charset="0"/>
        <a:buChar char="•"/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15938" indent="-138646" algn="l" defTabSz="554584" rtl="0" eaLnBrk="1" latinLnBrk="0" hangingPunct="1">
        <a:lnSpc>
          <a:spcPct val="90000"/>
        </a:lnSpc>
        <a:spcBef>
          <a:spcPts val="303"/>
        </a:spcBef>
        <a:buFont typeface="Arial" panose="020B0604020202020204" pitchFamily="34" charset="0"/>
        <a:buChar char="•"/>
        <a:defRPr sz="1456" kern="1200">
          <a:solidFill>
            <a:schemeClr val="tx1"/>
          </a:solidFill>
          <a:latin typeface="+mn-lt"/>
          <a:ea typeface="+mn-ea"/>
          <a:cs typeface="+mn-cs"/>
        </a:defRPr>
      </a:lvl2pPr>
      <a:lvl3pPr marL="693230" indent="-138646" algn="l" defTabSz="554584" rtl="0" eaLnBrk="1" latinLnBrk="0" hangingPunct="1">
        <a:lnSpc>
          <a:spcPct val="90000"/>
        </a:lnSpc>
        <a:spcBef>
          <a:spcPts val="303"/>
        </a:spcBef>
        <a:buFont typeface="Arial" panose="020B0604020202020204" pitchFamily="34" charset="0"/>
        <a:buChar char="•"/>
        <a:defRPr sz="1213" kern="1200">
          <a:solidFill>
            <a:schemeClr val="tx1"/>
          </a:solidFill>
          <a:latin typeface="+mn-lt"/>
          <a:ea typeface="+mn-ea"/>
          <a:cs typeface="+mn-cs"/>
        </a:defRPr>
      </a:lvl3pPr>
      <a:lvl4pPr marL="970521" indent="-138646" algn="l" defTabSz="554584" rtl="0" eaLnBrk="1" latinLnBrk="0" hangingPunct="1">
        <a:lnSpc>
          <a:spcPct val="90000"/>
        </a:lnSpc>
        <a:spcBef>
          <a:spcPts val="303"/>
        </a:spcBef>
        <a:buFont typeface="Arial" panose="020B0604020202020204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4pPr>
      <a:lvl5pPr marL="1247813" indent="-138646" algn="l" defTabSz="554584" rtl="0" eaLnBrk="1" latinLnBrk="0" hangingPunct="1">
        <a:lnSpc>
          <a:spcPct val="90000"/>
        </a:lnSpc>
        <a:spcBef>
          <a:spcPts val="303"/>
        </a:spcBef>
        <a:buFont typeface="Arial" panose="020B0604020202020204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5pPr>
      <a:lvl6pPr marL="1525105" indent="-138646" algn="l" defTabSz="554584" rtl="0" eaLnBrk="1" latinLnBrk="0" hangingPunct="1">
        <a:lnSpc>
          <a:spcPct val="90000"/>
        </a:lnSpc>
        <a:spcBef>
          <a:spcPts val="303"/>
        </a:spcBef>
        <a:buFont typeface="Arial" panose="020B0604020202020204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6pPr>
      <a:lvl7pPr marL="1802397" indent="-138646" algn="l" defTabSz="554584" rtl="0" eaLnBrk="1" latinLnBrk="0" hangingPunct="1">
        <a:lnSpc>
          <a:spcPct val="90000"/>
        </a:lnSpc>
        <a:spcBef>
          <a:spcPts val="303"/>
        </a:spcBef>
        <a:buFont typeface="Arial" panose="020B0604020202020204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7pPr>
      <a:lvl8pPr marL="2079689" indent="-138646" algn="l" defTabSz="554584" rtl="0" eaLnBrk="1" latinLnBrk="0" hangingPunct="1">
        <a:lnSpc>
          <a:spcPct val="90000"/>
        </a:lnSpc>
        <a:spcBef>
          <a:spcPts val="303"/>
        </a:spcBef>
        <a:buFont typeface="Arial" panose="020B0604020202020204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8pPr>
      <a:lvl9pPr marL="2356980" indent="-138646" algn="l" defTabSz="554584" rtl="0" eaLnBrk="1" latinLnBrk="0" hangingPunct="1">
        <a:lnSpc>
          <a:spcPct val="90000"/>
        </a:lnSpc>
        <a:spcBef>
          <a:spcPts val="303"/>
        </a:spcBef>
        <a:buFont typeface="Arial" panose="020B0604020202020204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4584" rtl="0" eaLnBrk="1" latinLnBrk="0" hangingPunct="1">
        <a:defRPr sz="1092" kern="1200">
          <a:solidFill>
            <a:schemeClr val="tx1"/>
          </a:solidFill>
          <a:latin typeface="+mn-lt"/>
          <a:ea typeface="+mn-ea"/>
          <a:cs typeface="+mn-cs"/>
        </a:defRPr>
      </a:lvl1pPr>
      <a:lvl2pPr marL="277292" algn="l" defTabSz="554584" rtl="0" eaLnBrk="1" latinLnBrk="0" hangingPunct="1">
        <a:defRPr sz="1092" kern="1200">
          <a:solidFill>
            <a:schemeClr val="tx1"/>
          </a:solidFill>
          <a:latin typeface="+mn-lt"/>
          <a:ea typeface="+mn-ea"/>
          <a:cs typeface="+mn-cs"/>
        </a:defRPr>
      </a:lvl2pPr>
      <a:lvl3pPr marL="554584" algn="l" defTabSz="554584" rtl="0" eaLnBrk="1" latinLnBrk="0" hangingPunct="1">
        <a:defRPr sz="1092" kern="1200">
          <a:solidFill>
            <a:schemeClr val="tx1"/>
          </a:solidFill>
          <a:latin typeface="+mn-lt"/>
          <a:ea typeface="+mn-ea"/>
          <a:cs typeface="+mn-cs"/>
        </a:defRPr>
      </a:lvl3pPr>
      <a:lvl4pPr marL="831875" algn="l" defTabSz="554584" rtl="0" eaLnBrk="1" latinLnBrk="0" hangingPunct="1">
        <a:defRPr sz="1092" kern="1200">
          <a:solidFill>
            <a:schemeClr val="tx1"/>
          </a:solidFill>
          <a:latin typeface="+mn-lt"/>
          <a:ea typeface="+mn-ea"/>
          <a:cs typeface="+mn-cs"/>
        </a:defRPr>
      </a:lvl4pPr>
      <a:lvl5pPr marL="1109167" algn="l" defTabSz="554584" rtl="0" eaLnBrk="1" latinLnBrk="0" hangingPunct="1">
        <a:defRPr sz="10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459" algn="l" defTabSz="554584" rtl="0" eaLnBrk="1" latinLnBrk="0" hangingPunct="1">
        <a:defRPr sz="1092" kern="1200">
          <a:solidFill>
            <a:schemeClr val="tx1"/>
          </a:solidFill>
          <a:latin typeface="+mn-lt"/>
          <a:ea typeface="+mn-ea"/>
          <a:cs typeface="+mn-cs"/>
        </a:defRPr>
      </a:lvl6pPr>
      <a:lvl7pPr marL="1663751" algn="l" defTabSz="554584" rtl="0" eaLnBrk="1" latinLnBrk="0" hangingPunct="1">
        <a:defRPr sz="1092" kern="1200">
          <a:solidFill>
            <a:schemeClr val="tx1"/>
          </a:solidFill>
          <a:latin typeface="+mn-lt"/>
          <a:ea typeface="+mn-ea"/>
          <a:cs typeface="+mn-cs"/>
        </a:defRPr>
      </a:lvl7pPr>
      <a:lvl8pPr marL="1941043" algn="l" defTabSz="554584" rtl="0" eaLnBrk="1" latinLnBrk="0" hangingPunct="1">
        <a:defRPr sz="1092" kern="1200">
          <a:solidFill>
            <a:schemeClr val="tx1"/>
          </a:solidFill>
          <a:latin typeface="+mn-lt"/>
          <a:ea typeface="+mn-ea"/>
          <a:cs typeface="+mn-cs"/>
        </a:defRPr>
      </a:lvl8pPr>
      <a:lvl9pPr marL="2218334" algn="l" defTabSz="554584" rtl="0" eaLnBrk="1" latinLnBrk="0" hangingPunct="1">
        <a:defRPr sz="10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png"/><Relationship Id="rId5" Type="http://schemas.openxmlformats.org/officeDocument/2006/relationships/tags" Target="../tags/tag5.xml"/><Relationship Id="rId10" Type="http://schemas.openxmlformats.org/officeDocument/2006/relationships/image" Target="../media/image1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9">
            <a:extLst>
              <a:ext uri="{FF2B5EF4-FFF2-40B4-BE49-F238E27FC236}">
                <a16:creationId xmlns:a16="http://schemas.microsoft.com/office/drawing/2014/main" id="{7C30BDE7-9D8B-43C4-EB10-AC05A63D3D94}"/>
              </a:ext>
            </a:extLst>
          </p:cNvPr>
          <p:cNvSpPr/>
          <p:nvPr/>
        </p:nvSpPr>
        <p:spPr>
          <a:xfrm>
            <a:off x="4515960" y="2960360"/>
            <a:ext cx="1539007" cy="948246"/>
          </a:xfrm>
          <a:prstGeom prst="roundRect">
            <a:avLst/>
          </a:prstGeom>
          <a:solidFill>
            <a:srgbClr val="F8F5FD"/>
          </a:solidFill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9">
            <a:extLst>
              <a:ext uri="{FF2B5EF4-FFF2-40B4-BE49-F238E27FC236}">
                <a16:creationId xmlns:a16="http://schemas.microsoft.com/office/drawing/2014/main" id="{EA324FB3-E30C-2F95-9603-CEB62B25A8B9}"/>
              </a:ext>
            </a:extLst>
          </p:cNvPr>
          <p:cNvSpPr/>
          <p:nvPr/>
        </p:nvSpPr>
        <p:spPr>
          <a:xfrm>
            <a:off x="4515960" y="1579947"/>
            <a:ext cx="1530091" cy="948246"/>
          </a:xfrm>
          <a:prstGeom prst="roundRect">
            <a:avLst/>
          </a:prstGeom>
          <a:solidFill>
            <a:srgbClr val="F8F5FD"/>
          </a:solidFill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柱形 59">
            <a:extLst>
              <a:ext uri="{FF2B5EF4-FFF2-40B4-BE49-F238E27FC236}">
                <a16:creationId xmlns:a16="http://schemas.microsoft.com/office/drawing/2014/main" id="{1F5BEDB4-0EB1-9850-21AD-8C17FC322A3D}"/>
              </a:ext>
            </a:extLst>
          </p:cNvPr>
          <p:cNvSpPr/>
          <p:nvPr/>
        </p:nvSpPr>
        <p:spPr>
          <a:xfrm>
            <a:off x="660079" y="1398558"/>
            <a:ext cx="842141" cy="473018"/>
          </a:xfrm>
          <a:prstGeom prst="can">
            <a:avLst/>
          </a:prstGeom>
          <a:solidFill>
            <a:srgbClr val="B3D3F6"/>
          </a:solidFill>
          <a:ln w="19050">
            <a:solidFill>
              <a:srgbClr val="0756B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>
                <a:solidFill>
                  <a:schemeClr val="tx1"/>
                </a:solidFill>
              </a:rPr>
              <a:t>Round  S</a:t>
            </a:r>
          </a:p>
          <a:p>
            <a:pPr algn="ctr"/>
            <a:r>
              <a:rPr lang="en-US" altLang="zh-CN" sz="1000" i="1">
                <a:solidFill>
                  <a:schemeClr val="tx1"/>
                </a:solidFill>
              </a:rPr>
              <a:t>(Pre-state)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985FC7A-FA3D-3F49-2571-6D5A736F30BC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1627057"/>
              </p:ext>
            </p:extLst>
          </p:nvPr>
        </p:nvGraphicFramePr>
        <p:xfrm>
          <a:off x="597500" y="2038478"/>
          <a:ext cx="1415054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c1 (PK)</a:t>
                      </a:r>
                    </a:p>
                  </a:txBody>
                  <a:tcPr>
                    <a:solidFill>
                      <a:srgbClr val="D6E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c2</a:t>
                      </a:r>
                    </a:p>
                  </a:txBody>
                  <a:tcPr>
                    <a:solidFill>
                      <a:srgbClr val="D7E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1</a:t>
                      </a:r>
                    </a:p>
                  </a:txBody>
                  <a:tcPr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10</a:t>
                      </a:r>
                    </a:p>
                  </a:txBody>
                  <a:tcPr>
                    <a:solidFill>
                      <a:srgbClr val="F7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20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2AFDCF3-4893-BD1D-CCBA-71247F6B0A8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41934534"/>
              </p:ext>
            </p:extLst>
          </p:nvPr>
        </p:nvGraphicFramePr>
        <p:xfrm>
          <a:off x="63531" y="2041054"/>
          <a:ext cx="557939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t1</a:t>
                      </a:r>
                    </a:p>
                  </a:txBody>
                  <a:tcPr>
                    <a:solidFill>
                      <a:srgbClr val="045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732F118-7F81-77C8-3225-734CB142FD6D}"/>
              </a:ext>
            </a:extLst>
          </p:cNvPr>
          <p:cNvSpPr txBox="1"/>
          <p:nvPr/>
        </p:nvSpPr>
        <p:spPr>
          <a:xfrm>
            <a:off x="178400" y="112415"/>
            <a:ext cx="177360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b="1"/>
              <a:t>Database Initialization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CDC77E-28AB-4359-45BB-37994A6C561E}"/>
              </a:ext>
            </a:extLst>
          </p:cNvPr>
          <p:cNvSpPr txBox="1"/>
          <p:nvPr/>
        </p:nvSpPr>
        <p:spPr>
          <a:xfrm>
            <a:off x="211472" y="777171"/>
            <a:ext cx="18134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i="1"/>
              <a:t>Construct round state (pre-state)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2D344F8-6098-64BE-6AD0-B4F7B4993E18}"/>
              </a:ext>
            </a:extLst>
          </p:cNvPr>
          <p:cNvSpPr txBox="1"/>
          <p:nvPr/>
        </p:nvSpPr>
        <p:spPr>
          <a:xfrm>
            <a:off x="2021071" y="122296"/>
            <a:ext cx="228964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b="1"/>
              <a:t>Original DML Generation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944024-C60B-E84B-39F2-585F97DA0703}"/>
              </a:ext>
            </a:extLst>
          </p:cNvPr>
          <p:cNvSpPr txBox="1"/>
          <p:nvPr/>
        </p:nvSpPr>
        <p:spPr>
          <a:xfrm>
            <a:off x="2193074" y="758598"/>
            <a:ext cx="1908810" cy="485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50" i="1"/>
              <a:t>Produce executable</a:t>
            </a:r>
          </a:p>
          <a:p>
            <a:pPr algn="ctr">
              <a:lnSpc>
                <a:spcPct val="120000"/>
              </a:lnSpc>
            </a:pPr>
            <a:r>
              <a:rPr lang="en-US" altLang="zh-CN" sz="1050" i="1"/>
              <a:t> DML statements</a:t>
            </a:r>
          </a:p>
        </p:txBody>
      </p:sp>
      <p:sp>
        <p:nvSpPr>
          <p:cNvPr id="11" name="圆角矩形 29">
            <a:extLst>
              <a:ext uri="{FF2B5EF4-FFF2-40B4-BE49-F238E27FC236}">
                <a16:creationId xmlns:a16="http://schemas.microsoft.com/office/drawing/2014/main" id="{8E570A69-695B-F12F-C438-8DA7D4E5BBF5}"/>
              </a:ext>
            </a:extLst>
          </p:cNvPr>
          <p:cNvSpPr/>
          <p:nvPr/>
        </p:nvSpPr>
        <p:spPr>
          <a:xfrm>
            <a:off x="2548178" y="2071247"/>
            <a:ext cx="1381125" cy="948246"/>
          </a:xfrm>
          <a:prstGeom prst="roundRect">
            <a:avLst/>
          </a:prstGeom>
          <a:solidFill>
            <a:srgbClr val="F8F5FD"/>
          </a:solidFill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3E98457-5AB3-2188-1D35-EDA7843AA631}"/>
              </a:ext>
            </a:extLst>
          </p:cNvPr>
          <p:cNvSpPr txBox="1"/>
          <p:nvPr/>
        </p:nvSpPr>
        <p:spPr>
          <a:xfrm>
            <a:off x="2591583" y="2155737"/>
            <a:ext cx="1383030" cy="810260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b="1"/>
              <a:t>UPDATE</a:t>
            </a:r>
            <a:r>
              <a:rPr lang="en-US" altLang="zh-CN" sz="1200"/>
              <a:t> t1</a:t>
            </a:r>
          </a:p>
          <a:p>
            <a:pPr>
              <a:lnSpc>
                <a:spcPct val="130000"/>
              </a:lnSpc>
            </a:pPr>
            <a:r>
              <a:rPr lang="en-US" altLang="zh-CN" sz="1200" b="1"/>
              <a:t>SET</a:t>
            </a:r>
            <a:r>
              <a:rPr lang="en-US" altLang="zh-CN" sz="1200"/>
              <a:t> c2 = c2 + 1</a:t>
            </a:r>
          </a:p>
          <a:p>
            <a:pPr>
              <a:lnSpc>
                <a:spcPct val="130000"/>
              </a:lnSpc>
            </a:pPr>
            <a:r>
              <a:rPr lang="en-US" altLang="zh-CN" sz="1200" b="1"/>
              <a:t>WHERE</a:t>
            </a:r>
            <a:r>
              <a:rPr lang="en-US" altLang="zh-CN" sz="1200"/>
              <a:t> c1 &gt; 1;</a:t>
            </a:r>
          </a:p>
        </p:txBody>
      </p:sp>
      <p:sp>
        <p:nvSpPr>
          <p:cNvPr id="15" name="右箭头 14">
            <a:extLst>
              <a:ext uri="{FF2B5EF4-FFF2-40B4-BE49-F238E27FC236}">
                <a16:creationId xmlns:a16="http://schemas.microsoft.com/office/drawing/2014/main" id="{3AEA1503-4CCD-50F4-392B-5B0648926E5E}"/>
              </a:ext>
            </a:extLst>
          </p:cNvPr>
          <p:cNvSpPr/>
          <p:nvPr/>
        </p:nvSpPr>
        <p:spPr>
          <a:xfrm>
            <a:off x="1846495" y="458192"/>
            <a:ext cx="300990" cy="264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CA9E944-1E86-6225-61D7-E9F51196EA45}"/>
              </a:ext>
            </a:extLst>
          </p:cNvPr>
          <p:cNvSpPr txBox="1"/>
          <p:nvPr/>
        </p:nvSpPr>
        <p:spPr>
          <a:xfrm>
            <a:off x="4279317" y="112415"/>
            <a:ext cx="223520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b="1"/>
              <a:t>Approximate DML</a:t>
            </a:r>
          </a:p>
          <a:p>
            <a:pPr algn="ctr"/>
            <a:r>
              <a:rPr lang="en-US" altLang="zh-CN" b="1"/>
              <a:t>Synthesis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0FD8A94-7139-5C45-76D7-3FD45F83348D}"/>
              </a:ext>
            </a:extLst>
          </p:cNvPr>
          <p:cNvSpPr txBox="1"/>
          <p:nvPr/>
        </p:nvSpPr>
        <p:spPr>
          <a:xfrm>
            <a:off x="4275634" y="742887"/>
            <a:ext cx="21696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i="1"/>
              <a:t>Mutate the seed to create approxiamate DML mutants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50AE806-3CF2-8456-4DD2-ED6C6E2F3242}"/>
              </a:ext>
            </a:extLst>
          </p:cNvPr>
          <p:cNvSpPr txBox="1"/>
          <p:nvPr/>
        </p:nvSpPr>
        <p:spPr>
          <a:xfrm>
            <a:off x="4713884" y="1684837"/>
            <a:ext cx="138303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b="1"/>
              <a:t>UPDATE</a:t>
            </a:r>
            <a:r>
              <a:rPr lang="en-US" altLang="zh-CN" sz="1200"/>
              <a:t> t1</a:t>
            </a:r>
          </a:p>
          <a:p>
            <a:pPr>
              <a:lnSpc>
                <a:spcPct val="130000"/>
              </a:lnSpc>
            </a:pPr>
            <a:r>
              <a:rPr lang="en-US" altLang="zh-CN" sz="1200" b="1"/>
              <a:t>SET</a:t>
            </a:r>
            <a:r>
              <a:rPr lang="en-US" altLang="zh-CN" sz="1200"/>
              <a:t> c2 = c2 + 1</a:t>
            </a:r>
          </a:p>
          <a:p>
            <a:pPr>
              <a:lnSpc>
                <a:spcPct val="130000"/>
              </a:lnSpc>
            </a:pPr>
            <a:r>
              <a:rPr lang="en-US" altLang="zh-CN" sz="1200" b="1"/>
              <a:t>WHERE</a:t>
            </a:r>
            <a:r>
              <a:rPr lang="en-US" altLang="zh-CN" sz="1200"/>
              <a:t> c1 &gt;= 1;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E2B5620-7197-296E-0E12-C724C39F4D78}"/>
              </a:ext>
            </a:extLst>
          </p:cNvPr>
          <p:cNvSpPr txBox="1"/>
          <p:nvPr/>
        </p:nvSpPr>
        <p:spPr>
          <a:xfrm>
            <a:off x="4716986" y="3047462"/>
            <a:ext cx="138303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b="1"/>
              <a:t>UPDATE</a:t>
            </a:r>
            <a:r>
              <a:rPr lang="en-US" altLang="zh-CN" sz="1200"/>
              <a:t> t1</a:t>
            </a:r>
          </a:p>
          <a:p>
            <a:pPr>
              <a:lnSpc>
                <a:spcPct val="130000"/>
              </a:lnSpc>
            </a:pPr>
            <a:r>
              <a:rPr lang="en-US" altLang="zh-CN" sz="1200" b="1"/>
              <a:t>SET</a:t>
            </a:r>
            <a:r>
              <a:rPr lang="en-US" altLang="zh-CN" sz="1200"/>
              <a:t> c2 = c2 + 1</a:t>
            </a:r>
          </a:p>
          <a:p>
            <a:pPr>
              <a:lnSpc>
                <a:spcPct val="130000"/>
              </a:lnSpc>
            </a:pPr>
            <a:r>
              <a:rPr lang="en-US" altLang="zh-CN" sz="1200" b="1"/>
              <a:t>WHERE</a:t>
            </a:r>
            <a:r>
              <a:rPr lang="en-US" altLang="zh-CN" sz="1200"/>
              <a:t> FALSE;</a:t>
            </a:r>
          </a:p>
        </p:txBody>
      </p:sp>
      <p:sp>
        <p:nvSpPr>
          <p:cNvPr id="23" name="圆角矩形 58">
            <a:extLst>
              <a:ext uri="{FF2B5EF4-FFF2-40B4-BE49-F238E27FC236}">
                <a16:creationId xmlns:a16="http://schemas.microsoft.com/office/drawing/2014/main" id="{DA56F5C1-0F8F-3662-95DA-BC7153BBA3C2}"/>
              </a:ext>
            </a:extLst>
          </p:cNvPr>
          <p:cNvSpPr/>
          <p:nvPr/>
        </p:nvSpPr>
        <p:spPr>
          <a:xfrm>
            <a:off x="4686287" y="1283820"/>
            <a:ext cx="1252172" cy="422683"/>
          </a:xfrm>
          <a:prstGeom prst="roundRect">
            <a:avLst/>
          </a:prstGeom>
          <a:solidFill>
            <a:srgbClr val="FDE9D9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980"/>
              </a:lnSpc>
            </a:pPr>
            <a:r>
              <a:rPr lang="en-US" altLang="zh-CN" sz="1000" b="1">
                <a:solidFill>
                  <a:schemeClr val="tx1"/>
                </a:solidFill>
              </a:rPr>
              <a:t>Over-Approximate</a:t>
            </a:r>
          </a:p>
          <a:p>
            <a:pPr algn="ctr">
              <a:lnSpc>
                <a:spcPts val="980"/>
              </a:lnSpc>
            </a:pPr>
            <a:r>
              <a:rPr lang="en-US" altLang="zh-CN" sz="1050" b="1" i="1">
                <a:solidFill>
                  <a:schemeClr val="accent2">
                    <a:lumMod val="75000"/>
                  </a:schemeClr>
                </a:solidFill>
              </a:rPr>
              <a:t>q_over</a:t>
            </a:r>
          </a:p>
        </p:txBody>
      </p:sp>
      <p:sp>
        <p:nvSpPr>
          <p:cNvPr id="24" name="圆角矩形 58">
            <a:extLst>
              <a:ext uri="{FF2B5EF4-FFF2-40B4-BE49-F238E27FC236}">
                <a16:creationId xmlns:a16="http://schemas.microsoft.com/office/drawing/2014/main" id="{07852967-6EB0-D8FA-4421-29876162158E}"/>
              </a:ext>
            </a:extLst>
          </p:cNvPr>
          <p:cNvSpPr/>
          <p:nvPr/>
        </p:nvSpPr>
        <p:spPr>
          <a:xfrm>
            <a:off x="4645592" y="2674353"/>
            <a:ext cx="1284099" cy="386798"/>
          </a:xfrm>
          <a:prstGeom prst="roundRect">
            <a:avLst/>
          </a:prstGeom>
          <a:solidFill>
            <a:srgbClr val="ECE5FD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980"/>
              </a:lnSpc>
            </a:pPr>
            <a:r>
              <a:rPr lang="en-US" altLang="zh-CN" sz="1000" b="1">
                <a:solidFill>
                  <a:schemeClr val="tx1"/>
                </a:solidFill>
              </a:rPr>
              <a:t>Under-Approximate</a:t>
            </a:r>
          </a:p>
          <a:p>
            <a:pPr algn="ctr">
              <a:lnSpc>
                <a:spcPts val="980"/>
              </a:lnSpc>
            </a:pPr>
            <a:r>
              <a:rPr lang="en-US" altLang="zh-CN" sz="1050" b="1" i="1">
                <a:solidFill>
                  <a:srgbClr val="7030A0"/>
                </a:solidFill>
              </a:rPr>
              <a:t>q_under</a:t>
            </a:r>
          </a:p>
        </p:txBody>
      </p:sp>
      <p:sp>
        <p:nvSpPr>
          <p:cNvPr id="25" name="右箭头 14">
            <a:extLst>
              <a:ext uri="{FF2B5EF4-FFF2-40B4-BE49-F238E27FC236}">
                <a16:creationId xmlns:a16="http://schemas.microsoft.com/office/drawing/2014/main" id="{53AE8096-0135-7F33-C190-DC2CFED45F9D}"/>
              </a:ext>
            </a:extLst>
          </p:cNvPr>
          <p:cNvSpPr/>
          <p:nvPr/>
        </p:nvSpPr>
        <p:spPr>
          <a:xfrm>
            <a:off x="3914411" y="491410"/>
            <a:ext cx="300990" cy="264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28172BA-6D8B-AAD8-5260-6500A1691749}"/>
              </a:ext>
            </a:extLst>
          </p:cNvPr>
          <p:cNvSpPr txBox="1"/>
          <p:nvPr/>
        </p:nvSpPr>
        <p:spPr>
          <a:xfrm>
            <a:off x="7020609" y="111711"/>
            <a:ext cx="188976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b="1"/>
              <a:t>Differential State</a:t>
            </a:r>
          </a:p>
          <a:p>
            <a:pPr algn="ctr"/>
            <a:r>
              <a:rPr lang="en-US" altLang="zh-CN" b="1"/>
              <a:t>Execution</a:t>
            </a:r>
          </a:p>
        </p:txBody>
      </p:sp>
      <p:sp>
        <p:nvSpPr>
          <p:cNvPr id="28" name="右箭头 14">
            <a:extLst>
              <a:ext uri="{FF2B5EF4-FFF2-40B4-BE49-F238E27FC236}">
                <a16:creationId xmlns:a16="http://schemas.microsoft.com/office/drawing/2014/main" id="{7449D9CC-FDC0-DDDB-48C8-26C4C6A6DE78}"/>
              </a:ext>
            </a:extLst>
          </p:cNvPr>
          <p:cNvSpPr/>
          <p:nvPr/>
        </p:nvSpPr>
        <p:spPr>
          <a:xfrm>
            <a:off x="6422416" y="479131"/>
            <a:ext cx="300990" cy="264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9CB3F85-518F-29B6-5E62-8E731C9EA69C}"/>
              </a:ext>
            </a:extLst>
          </p:cNvPr>
          <p:cNvSpPr txBox="1"/>
          <p:nvPr/>
        </p:nvSpPr>
        <p:spPr>
          <a:xfrm>
            <a:off x="7001297" y="760680"/>
            <a:ext cx="1824990" cy="45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1050" i="1"/>
              <a:t>Execute each statement</a:t>
            </a:r>
          </a:p>
          <a:p>
            <a:pPr algn="ctr">
              <a:lnSpc>
                <a:spcPct val="110000"/>
              </a:lnSpc>
            </a:pPr>
            <a:r>
              <a:rPr lang="en-US" altLang="zh-CN" sz="1050" i="1"/>
              <a:t>from the same state S</a:t>
            </a:r>
          </a:p>
        </p:txBody>
      </p:sp>
      <p:sp>
        <p:nvSpPr>
          <p:cNvPr id="31" name="圆角矩形 32">
            <a:extLst>
              <a:ext uri="{FF2B5EF4-FFF2-40B4-BE49-F238E27FC236}">
                <a16:creationId xmlns:a16="http://schemas.microsoft.com/office/drawing/2014/main" id="{4A940217-2803-AD1A-9D69-B94B0DACC680}"/>
              </a:ext>
            </a:extLst>
          </p:cNvPr>
          <p:cNvSpPr/>
          <p:nvPr/>
        </p:nvSpPr>
        <p:spPr>
          <a:xfrm>
            <a:off x="6774120" y="1379176"/>
            <a:ext cx="896620" cy="478790"/>
          </a:xfrm>
          <a:prstGeom prst="roundRect">
            <a:avLst/>
          </a:prstGeom>
          <a:solidFill>
            <a:srgbClr val="E3F4EA"/>
          </a:solidFill>
          <a:ln w="19050">
            <a:solidFill>
              <a:srgbClr val="579F7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/>
          </a:p>
        </p:txBody>
      </p:sp>
      <p:sp>
        <p:nvSpPr>
          <p:cNvPr id="32" name="圆角矩形 35">
            <a:extLst>
              <a:ext uri="{FF2B5EF4-FFF2-40B4-BE49-F238E27FC236}">
                <a16:creationId xmlns:a16="http://schemas.microsoft.com/office/drawing/2014/main" id="{6C69630E-DE69-41F4-6EE3-F78D95266F91}"/>
              </a:ext>
            </a:extLst>
          </p:cNvPr>
          <p:cNvSpPr/>
          <p:nvPr/>
        </p:nvSpPr>
        <p:spPr>
          <a:xfrm>
            <a:off x="7884503" y="1444890"/>
            <a:ext cx="772360" cy="261610"/>
          </a:xfrm>
          <a:prstGeom prst="roundRect">
            <a:avLst/>
          </a:prstGeom>
          <a:solidFill>
            <a:srgbClr val="E0F0EE"/>
          </a:solidFill>
          <a:ln w="19050">
            <a:solidFill>
              <a:srgbClr val="4A9A6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i="1">
                <a:solidFill>
                  <a:schemeClr val="tx1"/>
                </a:solidFill>
              </a:rPr>
              <a:t>State S1</a:t>
            </a:r>
          </a:p>
        </p:txBody>
      </p:sp>
      <p:sp>
        <p:nvSpPr>
          <p:cNvPr id="33" name="圆角矩形 36">
            <a:extLst>
              <a:ext uri="{FF2B5EF4-FFF2-40B4-BE49-F238E27FC236}">
                <a16:creationId xmlns:a16="http://schemas.microsoft.com/office/drawing/2014/main" id="{3F89723C-AB1E-F7DD-A8DC-1B0F0D6903EE}"/>
              </a:ext>
            </a:extLst>
          </p:cNvPr>
          <p:cNvSpPr/>
          <p:nvPr/>
        </p:nvSpPr>
        <p:spPr>
          <a:xfrm>
            <a:off x="6773905" y="2252888"/>
            <a:ext cx="890905" cy="459431"/>
          </a:xfrm>
          <a:prstGeom prst="roundRect">
            <a:avLst/>
          </a:prstGeom>
          <a:solidFill>
            <a:srgbClr val="FDE9D9"/>
          </a:solidFill>
          <a:ln w="19050">
            <a:solidFill>
              <a:srgbClr val="E97C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圆角矩形 37">
            <a:extLst>
              <a:ext uri="{FF2B5EF4-FFF2-40B4-BE49-F238E27FC236}">
                <a16:creationId xmlns:a16="http://schemas.microsoft.com/office/drawing/2014/main" id="{D7EE3687-BAE8-5F99-45CE-73D846D4E18B}"/>
              </a:ext>
            </a:extLst>
          </p:cNvPr>
          <p:cNvSpPr/>
          <p:nvPr/>
        </p:nvSpPr>
        <p:spPr>
          <a:xfrm>
            <a:off x="6761617" y="3157616"/>
            <a:ext cx="918844" cy="466070"/>
          </a:xfrm>
          <a:prstGeom prst="roundRect">
            <a:avLst/>
          </a:prstGeom>
          <a:solidFill>
            <a:srgbClr val="ECE5FD"/>
          </a:solidFill>
          <a:ln w="19050">
            <a:solidFill>
              <a:srgbClr val="8062C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圆角矩形 38">
            <a:extLst>
              <a:ext uri="{FF2B5EF4-FFF2-40B4-BE49-F238E27FC236}">
                <a16:creationId xmlns:a16="http://schemas.microsoft.com/office/drawing/2014/main" id="{AE3478F8-2056-394F-302B-F5A502AD5447}"/>
              </a:ext>
            </a:extLst>
          </p:cNvPr>
          <p:cNvSpPr/>
          <p:nvPr/>
        </p:nvSpPr>
        <p:spPr>
          <a:xfrm>
            <a:off x="7902906" y="2294601"/>
            <a:ext cx="753302" cy="259639"/>
          </a:xfrm>
          <a:prstGeom prst="roundRect">
            <a:avLst/>
          </a:prstGeom>
          <a:solidFill>
            <a:srgbClr val="FDE9DA"/>
          </a:solidFill>
          <a:ln w="19050">
            <a:solidFill>
              <a:srgbClr val="ED652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b="1" i="1">
              <a:solidFill>
                <a:schemeClr val="tx1"/>
              </a:solidFill>
            </a:endParaRPr>
          </a:p>
        </p:txBody>
      </p:sp>
      <p:sp>
        <p:nvSpPr>
          <p:cNvPr id="36" name="圆角矩形 39">
            <a:extLst>
              <a:ext uri="{FF2B5EF4-FFF2-40B4-BE49-F238E27FC236}">
                <a16:creationId xmlns:a16="http://schemas.microsoft.com/office/drawing/2014/main" id="{2941F357-E98B-AFE0-0F91-41AE0762E0AF}"/>
              </a:ext>
            </a:extLst>
          </p:cNvPr>
          <p:cNvSpPr/>
          <p:nvPr/>
        </p:nvSpPr>
        <p:spPr>
          <a:xfrm>
            <a:off x="7924278" y="3268244"/>
            <a:ext cx="722363" cy="242446"/>
          </a:xfrm>
          <a:prstGeom prst="roundRect">
            <a:avLst/>
          </a:prstGeom>
          <a:solidFill>
            <a:srgbClr val="EEE6FD"/>
          </a:solidFill>
          <a:ln w="19050">
            <a:solidFill>
              <a:srgbClr val="9068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3AA8003-202E-A86A-03B2-9322E76B23B9}"/>
              </a:ext>
            </a:extLst>
          </p:cNvPr>
          <p:cNvSpPr txBox="1"/>
          <p:nvPr/>
        </p:nvSpPr>
        <p:spPr>
          <a:xfrm>
            <a:off x="6740989" y="1341563"/>
            <a:ext cx="960119" cy="505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050" b="1"/>
              <a:t>Execute </a:t>
            </a:r>
            <a:r>
              <a:rPr lang="en-US" altLang="zh-CN" sz="1050" b="1" i="1"/>
              <a:t>q</a:t>
            </a:r>
            <a:endParaRPr lang="en-US" altLang="zh-CN" sz="1050" b="1"/>
          </a:p>
          <a:p>
            <a:pPr algn="ctr">
              <a:lnSpc>
                <a:spcPct val="130000"/>
              </a:lnSpc>
            </a:pPr>
            <a:r>
              <a:rPr lang="en-US" altLang="zh-CN" sz="1000"/>
              <a:t>UPDATE t1 ...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C838335-7FD9-122C-37C5-452583C73672}"/>
              </a:ext>
            </a:extLst>
          </p:cNvPr>
          <p:cNvSpPr txBox="1"/>
          <p:nvPr/>
        </p:nvSpPr>
        <p:spPr>
          <a:xfrm>
            <a:off x="7839799" y="2292518"/>
            <a:ext cx="861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>
                <a:solidFill>
                  <a:schemeClr val="accent2">
                    <a:lumMod val="75000"/>
                  </a:schemeClr>
                </a:solidFill>
                <a:sym typeface="+mn-ea"/>
              </a:rPr>
              <a:t>State S2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6EDB6F8-44C8-A647-6711-D7E0DE05CD79}"/>
              </a:ext>
            </a:extLst>
          </p:cNvPr>
          <p:cNvSpPr txBox="1"/>
          <p:nvPr/>
        </p:nvSpPr>
        <p:spPr>
          <a:xfrm>
            <a:off x="6683099" y="2212894"/>
            <a:ext cx="1072515" cy="505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100" b="1"/>
              <a:t>Execute </a:t>
            </a:r>
            <a:r>
              <a:rPr lang="en-US" altLang="zh-CN" sz="1050" b="1" i="1">
                <a:solidFill>
                  <a:schemeClr val="accent2">
                    <a:lumMod val="75000"/>
                  </a:schemeClr>
                </a:solidFill>
              </a:rPr>
              <a:t>q_</a:t>
            </a:r>
            <a:r>
              <a:rPr lang="en-US" altLang="zh-CN" sz="900" b="1" i="1">
                <a:solidFill>
                  <a:schemeClr val="accent2">
                    <a:lumMod val="75000"/>
                  </a:schemeClr>
                </a:solidFill>
              </a:rPr>
              <a:t>over</a:t>
            </a:r>
            <a:endParaRPr lang="en-US" altLang="zh-CN" sz="1100" b="1"/>
          </a:p>
          <a:p>
            <a:pPr algn="ctr">
              <a:lnSpc>
                <a:spcPct val="130000"/>
              </a:lnSpc>
            </a:pPr>
            <a:r>
              <a:rPr lang="en-US" altLang="zh-CN" sz="1050"/>
              <a:t>UPDATE t1 ...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F69F190-5E5E-2EB1-AA2D-F8F5DE8771EF}"/>
              </a:ext>
            </a:extLst>
          </p:cNvPr>
          <p:cNvSpPr txBox="1"/>
          <p:nvPr/>
        </p:nvSpPr>
        <p:spPr>
          <a:xfrm>
            <a:off x="7896778" y="3239738"/>
            <a:ext cx="8047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>
                <a:solidFill>
                  <a:srgbClr val="7030A0"/>
                </a:solidFill>
                <a:sym typeface="+mn-ea"/>
              </a:rPr>
              <a:t>State S3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638B546-A9CA-C9E7-BA2B-5DDF7A8FC251}"/>
              </a:ext>
            </a:extLst>
          </p:cNvPr>
          <p:cNvSpPr txBox="1"/>
          <p:nvPr/>
        </p:nvSpPr>
        <p:spPr>
          <a:xfrm>
            <a:off x="6660970" y="3132857"/>
            <a:ext cx="1134110" cy="415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100" b="1"/>
              <a:t>Execute </a:t>
            </a:r>
            <a:r>
              <a:rPr lang="en-US" altLang="zh-CN" sz="1050" b="1" i="1">
                <a:solidFill>
                  <a:srgbClr val="7030A0"/>
                </a:solidFill>
              </a:rPr>
              <a:t>q</a:t>
            </a:r>
            <a:r>
              <a:rPr lang="en-US" altLang="zh-CN" sz="900" b="1" i="1">
                <a:solidFill>
                  <a:srgbClr val="7030A0"/>
                </a:solidFill>
              </a:rPr>
              <a:t>_under</a:t>
            </a:r>
            <a:endParaRPr lang="en-US" altLang="zh-CN" sz="1100" b="1"/>
          </a:p>
          <a:p>
            <a:pPr algn="ctr">
              <a:lnSpc>
                <a:spcPct val="130000"/>
              </a:lnSpc>
            </a:pPr>
            <a:r>
              <a:rPr lang="en-US" altLang="zh-CN" sz="1050"/>
              <a:t>UPDATE t1 ...</a:t>
            </a:r>
          </a:p>
        </p:txBody>
      </p:sp>
      <p:sp>
        <p:nvSpPr>
          <p:cNvPr id="42" name="右箭头 89">
            <a:extLst>
              <a:ext uri="{FF2B5EF4-FFF2-40B4-BE49-F238E27FC236}">
                <a16:creationId xmlns:a16="http://schemas.microsoft.com/office/drawing/2014/main" id="{FFDF6863-9FAD-57A4-BC1D-C19D01FDB2DE}"/>
              </a:ext>
            </a:extLst>
          </p:cNvPr>
          <p:cNvSpPr/>
          <p:nvPr/>
        </p:nvSpPr>
        <p:spPr>
          <a:xfrm flipV="1">
            <a:off x="7686193" y="1523644"/>
            <a:ext cx="176002" cy="116035"/>
          </a:xfrm>
          <a:prstGeom prst="rightArrow">
            <a:avLst>
              <a:gd name="adj1" fmla="val 11666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51CD1A5-4FBC-4ACA-8883-A6D1BE9D3DD9}"/>
              </a:ext>
            </a:extLst>
          </p:cNvPr>
          <p:cNvGrpSpPr/>
          <p:nvPr/>
        </p:nvGrpSpPr>
        <p:grpSpPr>
          <a:xfrm>
            <a:off x="6945101" y="1915612"/>
            <a:ext cx="261977" cy="244399"/>
            <a:chOff x="6383916" y="7865889"/>
            <a:chExt cx="261977" cy="244399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0FF98D86-6411-F24B-B850-FFF6E7BE3EEB}"/>
                </a:ext>
              </a:extLst>
            </p:cNvPr>
            <p:cNvSpPr/>
            <p:nvPr/>
          </p:nvSpPr>
          <p:spPr>
            <a:xfrm>
              <a:off x="6383916" y="7884673"/>
              <a:ext cx="261977" cy="225615"/>
            </a:xfrm>
            <a:prstGeom prst="ellipse">
              <a:avLst/>
            </a:prstGeom>
            <a:noFill/>
            <a:ln w="12700" cmpd="sng">
              <a:solidFill>
                <a:srgbClr val="7F62C3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五角星 93">
              <a:extLst>
                <a:ext uri="{FF2B5EF4-FFF2-40B4-BE49-F238E27FC236}">
                  <a16:creationId xmlns:a16="http://schemas.microsoft.com/office/drawing/2014/main" id="{FE8E39F5-A504-83FA-41F2-38EC140D6EED}"/>
                </a:ext>
              </a:extLst>
            </p:cNvPr>
            <p:cNvSpPr/>
            <p:nvPr/>
          </p:nvSpPr>
          <p:spPr>
            <a:xfrm>
              <a:off x="6553056" y="7865889"/>
              <a:ext cx="92837" cy="81074"/>
            </a:xfrm>
            <a:prstGeom prst="star5">
              <a:avLst>
                <a:gd name="adj" fmla="val 19686"/>
                <a:gd name="hf" fmla="val 105146"/>
                <a:gd name="vf" fmla="val 110557"/>
              </a:avLst>
            </a:prstGeom>
            <a:solidFill>
              <a:srgbClr val="7F62C3"/>
            </a:solidFill>
            <a:ln>
              <a:solidFill>
                <a:srgbClr val="7F62C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09E7E343-1646-EAE1-C275-67905805A5B1}"/>
              </a:ext>
            </a:extLst>
          </p:cNvPr>
          <p:cNvSpPr txBox="1"/>
          <p:nvPr/>
        </p:nvSpPr>
        <p:spPr>
          <a:xfrm>
            <a:off x="7257123" y="1890394"/>
            <a:ext cx="13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i="1"/>
              <a:t>Rollback</a:t>
            </a:r>
            <a:r>
              <a:rPr lang="en-US" altLang="zh-CN" sz="1100"/>
              <a:t> /</a:t>
            </a:r>
            <a:r>
              <a:rPr lang="en-US" altLang="zh-CN" sz="1100" i="1"/>
              <a:t> Restore S</a:t>
            </a:r>
          </a:p>
        </p:txBody>
      </p:sp>
      <p:sp>
        <p:nvSpPr>
          <p:cNvPr id="47" name="右箭头 89">
            <a:extLst>
              <a:ext uri="{FF2B5EF4-FFF2-40B4-BE49-F238E27FC236}">
                <a16:creationId xmlns:a16="http://schemas.microsoft.com/office/drawing/2014/main" id="{8BE2113A-FD16-564B-1497-4F4396620166}"/>
              </a:ext>
            </a:extLst>
          </p:cNvPr>
          <p:cNvSpPr/>
          <p:nvPr/>
        </p:nvSpPr>
        <p:spPr>
          <a:xfrm flipV="1">
            <a:off x="7695854" y="2405216"/>
            <a:ext cx="176002" cy="116035"/>
          </a:xfrm>
          <a:prstGeom prst="rightArrow">
            <a:avLst>
              <a:gd name="adj1" fmla="val 11666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A29F1F1-E4CE-8017-5DC7-4286A6B700EE}"/>
              </a:ext>
            </a:extLst>
          </p:cNvPr>
          <p:cNvGrpSpPr/>
          <p:nvPr/>
        </p:nvGrpSpPr>
        <p:grpSpPr>
          <a:xfrm>
            <a:off x="6969240" y="2822591"/>
            <a:ext cx="261977" cy="244399"/>
            <a:chOff x="6383916" y="7865889"/>
            <a:chExt cx="261977" cy="244399"/>
          </a:xfrm>
        </p:grpSpPr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97BAC85C-C050-DC3B-B7B2-A629FDD5B27E}"/>
                </a:ext>
              </a:extLst>
            </p:cNvPr>
            <p:cNvSpPr/>
            <p:nvPr/>
          </p:nvSpPr>
          <p:spPr>
            <a:xfrm>
              <a:off x="6383916" y="7884673"/>
              <a:ext cx="261977" cy="225615"/>
            </a:xfrm>
            <a:prstGeom prst="ellipse">
              <a:avLst/>
            </a:prstGeom>
            <a:noFill/>
            <a:ln w="12700" cmpd="sng">
              <a:solidFill>
                <a:srgbClr val="7F62C3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五角星 93">
              <a:extLst>
                <a:ext uri="{FF2B5EF4-FFF2-40B4-BE49-F238E27FC236}">
                  <a16:creationId xmlns:a16="http://schemas.microsoft.com/office/drawing/2014/main" id="{88A54D22-96F6-D7DF-424B-5DF08E606DDD}"/>
                </a:ext>
              </a:extLst>
            </p:cNvPr>
            <p:cNvSpPr/>
            <p:nvPr/>
          </p:nvSpPr>
          <p:spPr>
            <a:xfrm>
              <a:off x="6553056" y="7865889"/>
              <a:ext cx="92837" cy="81074"/>
            </a:xfrm>
            <a:prstGeom prst="star5">
              <a:avLst>
                <a:gd name="adj" fmla="val 19686"/>
                <a:gd name="hf" fmla="val 105146"/>
                <a:gd name="vf" fmla="val 110557"/>
              </a:avLst>
            </a:prstGeom>
            <a:solidFill>
              <a:srgbClr val="7F62C3"/>
            </a:solidFill>
            <a:ln>
              <a:solidFill>
                <a:srgbClr val="7F62C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48D451A2-8A73-176A-4A0C-46A31DA998E0}"/>
              </a:ext>
            </a:extLst>
          </p:cNvPr>
          <p:cNvSpPr txBox="1"/>
          <p:nvPr/>
        </p:nvSpPr>
        <p:spPr>
          <a:xfrm>
            <a:off x="7211403" y="2813976"/>
            <a:ext cx="13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i="1"/>
              <a:t>Rollback</a:t>
            </a:r>
            <a:r>
              <a:rPr lang="en-US" altLang="zh-CN" sz="1100"/>
              <a:t> /</a:t>
            </a:r>
            <a:r>
              <a:rPr lang="en-US" altLang="zh-CN" sz="1100" i="1"/>
              <a:t> Restore S</a:t>
            </a:r>
          </a:p>
        </p:txBody>
      </p:sp>
      <p:sp>
        <p:nvSpPr>
          <p:cNvPr id="52" name="右箭头 89">
            <a:extLst>
              <a:ext uri="{FF2B5EF4-FFF2-40B4-BE49-F238E27FC236}">
                <a16:creationId xmlns:a16="http://schemas.microsoft.com/office/drawing/2014/main" id="{164D636B-885F-C791-0FD2-3944E6605315}"/>
              </a:ext>
            </a:extLst>
          </p:cNvPr>
          <p:cNvSpPr/>
          <p:nvPr/>
        </p:nvSpPr>
        <p:spPr>
          <a:xfrm flipV="1">
            <a:off x="7726967" y="3331455"/>
            <a:ext cx="176002" cy="116035"/>
          </a:xfrm>
          <a:prstGeom prst="rightArrow">
            <a:avLst>
              <a:gd name="adj1" fmla="val 11666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48F13FE3-9599-51DF-9769-35461994180C}"/>
              </a:ext>
            </a:extLst>
          </p:cNvPr>
          <p:cNvGrpSpPr/>
          <p:nvPr/>
        </p:nvGrpSpPr>
        <p:grpSpPr>
          <a:xfrm>
            <a:off x="7009009" y="3702058"/>
            <a:ext cx="261977" cy="244399"/>
            <a:chOff x="6383916" y="7865889"/>
            <a:chExt cx="261977" cy="2443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20B86D5D-2E9A-DAA8-BB83-1D63D1D10E84}"/>
                </a:ext>
              </a:extLst>
            </p:cNvPr>
            <p:cNvSpPr/>
            <p:nvPr/>
          </p:nvSpPr>
          <p:spPr>
            <a:xfrm>
              <a:off x="6383916" y="7884673"/>
              <a:ext cx="261977" cy="225615"/>
            </a:xfrm>
            <a:prstGeom prst="ellipse">
              <a:avLst/>
            </a:prstGeom>
            <a:noFill/>
            <a:ln w="12700" cmpd="sng">
              <a:solidFill>
                <a:srgbClr val="7F62C3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五角星 93">
              <a:extLst>
                <a:ext uri="{FF2B5EF4-FFF2-40B4-BE49-F238E27FC236}">
                  <a16:creationId xmlns:a16="http://schemas.microsoft.com/office/drawing/2014/main" id="{67BDD9F3-FF20-FD2A-B980-23CF65F18E24}"/>
                </a:ext>
              </a:extLst>
            </p:cNvPr>
            <p:cNvSpPr/>
            <p:nvPr/>
          </p:nvSpPr>
          <p:spPr>
            <a:xfrm>
              <a:off x="6553056" y="7865889"/>
              <a:ext cx="92837" cy="81074"/>
            </a:xfrm>
            <a:prstGeom prst="star5">
              <a:avLst>
                <a:gd name="adj" fmla="val 19686"/>
                <a:gd name="hf" fmla="val 105146"/>
                <a:gd name="vf" fmla="val 110557"/>
              </a:avLst>
            </a:prstGeom>
            <a:solidFill>
              <a:srgbClr val="7F62C3"/>
            </a:solidFill>
            <a:ln>
              <a:solidFill>
                <a:srgbClr val="7F62C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3CC3D721-37FD-A487-879D-6579F4DB8BC2}"/>
              </a:ext>
            </a:extLst>
          </p:cNvPr>
          <p:cNvSpPr txBox="1"/>
          <p:nvPr/>
        </p:nvSpPr>
        <p:spPr>
          <a:xfrm>
            <a:off x="7251172" y="3693443"/>
            <a:ext cx="13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i="1"/>
              <a:t>Rollback</a:t>
            </a:r>
            <a:r>
              <a:rPr lang="en-US" altLang="zh-CN" sz="1100"/>
              <a:t> /</a:t>
            </a:r>
            <a:r>
              <a:rPr lang="en-US" altLang="zh-CN" sz="1100" i="1"/>
              <a:t> Restore S</a:t>
            </a:r>
          </a:p>
        </p:txBody>
      </p:sp>
      <p:graphicFrame>
        <p:nvGraphicFramePr>
          <p:cNvPr id="57" name="表格 56">
            <a:extLst>
              <a:ext uri="{FF2B5EF4-FFF2-40B4-BE49-F238E27FC236}">
                <a16:creationId xmlns:a16="http://schemas.microsoft.com/office/drawing/2014/main" id="{BA754F0F-1D90-9B92-6A62-6DB75470764A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205165091"/>
              </p:ext>
            </p:extLst>
          </p:nvPr>
        </p:nvGraphicFramePr>
        <p:xfrm>
          <a:off x="9155496" y="1443767"/>
          <a:ext cx="943445" cy="777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76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5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>
                          <a:ln>
                            <a:noFill/>
                          </a:ln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>
                          <a:ln>
                            <a:noFill/>
                          </a:ln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>
                          <a:ln>
                            <a:noFill/>
                          </a:ln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>
                          <a:ln>
                            <a:noFill/>
                          </a:ln>
                        </a:rPr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8" name="表格 57">
            <a:extLst>
              <a:ext uri="{FF2B5EF4-FFF2-40B4-BE49-F238E27FC236}">
                <a16:creationId xmlns:a16="http://schemas.microsoft.com/office/drawing/2014/main" id="{176A9853-EE79-7973-E3E9-9E4640236915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558461928"/>
              </p:ext>
            </p:extLst>
          </p:nvPr>
        </p:nvGraphicFramePr>
        <p:xfrm>
          <a:off x="8789161" y="1438030"/>
          <a:ext cx="371989" cy="274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71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5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/>
                        <a:t>t1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D4C9AF3F-3DF1-A0A0-707E-1494AF662865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481874655"/>
              </p:ext>
            </p:extLst>
          </p:nvPr>
        </p:nvGraphicFramePr>
        <p:xfrm>
          <a:off x="9155496" y="2335815"/>
          <a:ext cx="943445" cy="777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76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5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>
                          <a:ln>
                            <a:noFill/>
                          </a:ln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>
                          <a:ln>
                            <a:noFill/>
                          </a:ln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>
                          <a:ln>
                            <a:noFill/>
                          </a:ln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>
                          <a:ln>
                            <a:noFill/>
                          </a:ln>
                        </a:rPr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1" name="表格 60">
            <a:extLst>
              <a:ext uri="{FF2B5EF4-FFF2-40B4-BE49-F238E27FC236}">
                <a16:creationId xmlns:a16="http://schemas.microsoft.com/office/drawing/2014/main" id="{56B19837-67B8-12C8-3243-F7449D94D885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611833905"/>
              </p:ext>
            </p:extLst>
          </p:nvPr>
        </p:nvGraphicFramePr>
        <p:xfrm>
          <a:off x="8789161" y="2330078"/>
          <a:ext cx="371989" cy="274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71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5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/>
                        <a:t>t1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" name="表格 61">
            <a:extLst>
              <a:ext uri="{FF2B5EF4-FFF2-40B4-BE49-F238E27FC236}">
                <a16:creationId xmlns:a16="http://schemas.microsoft.com/office/drawing/2014/main" id="{AEBC95A7-D48A-A7D6-A0A8-139B66DACF69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686444343"/>
              </p:ext>
            </p:extLst>
          </p:nvPr>
        </p:nvGraphicFramePr>
        <p:xfrm>
          <a:off x="9169601" y="3235066"/>
          <a:ext cx="943445" cy="777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76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5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>
                          <a:ln>
                            <a:noFill/>
                          </a:ln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>
                          <a:ln>
                            <a:noFill/>
                          </a:ln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>
                          <a:ln>
                            <a:noFill/>
                          </a:ln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>
                          <a:ln>
                            <a:noFill/>
                          </a:ln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3" name="表格 62">
            <a:extLst>
              <a:ext uri="{FF2B5EF4-FFF2-40B4-BE49-F238E27FC236}">
                <a16:creationId xmlns:a16="http://schemas.microsoft.com/office/drawing/2014/main" id="{14BE24BF-7C21-DEC2-0A4B-3274992BF859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260347292"/>
              </p:ext>
            </p:extLst>
          </p:nvPr>
        </p:nvGraphicFramePr>
        <p:xfrm>
          <a:off x="8803266" y="3229329"/>
          <a:ext cx="371989" cy="274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71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5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/>
                        <a:t>t1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" name="右箭头 14">
            <a:extLst>
              <a:ext uri="{FF2B5EF4-FFF2-40B4-BE49-F238E27FC236}">
                <a16:creationId xmlns:a16="http://schemas.microsoft.com/office/drawing/2014/main" id="{6339F753-C148-86DE-B584-07CA65EFE89A}"/>
              </a:ext>
            </a:extLst>
          </p:cNvPr>
          <p:cNvSpPr/>
          <p:nvPr/>
        </p:nvSpPr>
        <p:spPr>
          <a:xfrm>
            <a:off x="9026051" y="479131"/>
            <a:ext cx="300990" cy="264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103">
            <a:extLst>
              <a:ext uri="{FF2B5EF4-FFF2-40B4-BE49-F238E27FC236}">
                <a16:creationId xmlns:a16="http://schemas.microsoft.com/office/drawing/2014/main" id="{116C193A-FDE2-CB7A-FEE6-BEE4939CE62C}"/>
              </a:ext>
            </a:extLst>
          </p:cNvPr>
          <p:cNvSpPr txBox="1"/>
          <p:nvPr/>
        </p:nvSpPr>
        <p:spPr>
          <a:xfrm>
            <a:off x="9627218" y="97595"/>
            <a:ext cx="169791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/>
              <a:t>State-Effect Extraction</a:t>
            </a:r>
          </a:p>
        </p:txBody>
      </p:sp>
      <p:sp>
        <p:nvSpPr>
          <p:cNvPr id="66" name="文本框 104">
            <a:extLst>
              <a:ext uri="{FF2B5EF4-FFF2-40B4-BE49-F238E27FC236}">
                <a16:creationId xmlns:a16="http://schemas.microsoft.com/office/drawing/2014/main" id="{660A4DA3-87D8-429B-0FE9-50FE3AF51842}"/>
              </a:ext>
            </a:extLst>
          </p:cNvPr>
          <p:cNvSpPr txBox="1"/>
          <p:nvPr/>
        </p:nvSpPr>
        <p:spPr>
          <a:xfrm>
            <a:off x="9526805" y="762514"/>
            <a:ext cx="1783365" cy="438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zh-CN" sz="1050" i="1"/>
              <a:t>Extract matched or changed rows as tokens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C0F70E6-2166-FF7F-FD47-6C959ED3F482}"/>
              </a:ext>
            </a:extLst>
          </p:cNvPr>
          <p:cNvSpPr/>
          <p:nvPr/>
        </p:nvSpPr>
        <p:spPr>
          <a:xfrm>
            <a:off x="8983742" y="1953187"/>
            <a:ext cx="704012" cy="27356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162F440-E1E3-AE1F-D64F-5268740B1FC3}"/>
              </a:ext>
            </a:extLst>
          </p:cNvPr>
          <p:cNvSpPr/>
          <p:nvPr/>
        </p:nvSpPr>
        <p:spPr>
          <a:xfrm>
            <a:off x="8975155" y="2605944"/>
            <a:ext cx="712601" cy="52691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64364F4-D939-AB0F-FBAA-AFD8DADCAF80}"/>
              </a:ext>
            </a:extLst>
          </p:cNvPr>
          <p:cNvSpPr/>
          <p:nvPr/>
        </p:nvSpPr>
        <p:spPr>
          <a:xfrm>
            <a:off x="8999271" y="3496732"/>
            <a:ext cx="688482" cy="27356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9B79968-AEBA-C070-1322-9BA85D64DEC3}"/>
              </a:ext>
            </a:extLst>
          </p:cNvPr>
          <p:cNvSpPr txBox="1"/>
          <p:nvPr/>
        </p:nvSpPr>
        <p:spPr>
          <a:xfrm>
            <a:off x="11902747" y="97037"/>
            <a:ext cx="225667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b="1"/>
              <a:t>Approximate State Relation Checking</a:t>
            </a:r>
          </a:p>
        </p:txBody>
      </p:sp>
      <p:sp>
        <p:nvSpPr>
          <p:cNvPr id="72" name="右箭头 14">
            <a:extLst>
              <a:ext uri="{FF2B5EF4-FFF2-40B4-BE49-F238E27FC236}">
                <a16:creationId xmlns:a16="http://schemas.microsoft.com/office/drawing/2014/main" id="{D9081BDE-7788-BDD1-1A12-0197F3946B8E}"/>
              </a:ext>
            </a:extLst>
          </p:cNvPr>
          <p:cNvSpPr/>
          <p:nvPr/>
        </p:nvSpPr>
        <p:spPr>
          <a:xfrm>
            <a:off x="11554748" y="479131"/>
            <a:ext cx="300990" cy="264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108">
            <a:extLst>
              <a:ext uri="{FF2B5EF4-FFF2-40B4-BE49-F238E27FC236}">
                <a16:creationId xmlns:a16="http://schemas.microsoft.com/office/drawing/2014/main" id="{0214FD05-E8CD-11EA-D8E3-34D4F77F62D1}"/>
              </a:ext>
            </a:extLst>
          </p:cNvPr>
          <p:cNvSpPr txBox="1"/>
          <p:nvPr/>
        </p:nvSpPr>
        <p:spPr>
          <a:xfrm>
            <a:off x="10164953" y="2287352"/>
            <a:ext cx="1139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>
                <a:solidFill>
                  <a:schemeClr val="accent2">
                    <a:lumMod val="75000"/>
                  </a:schemeClr>
                </a:solidFill>
              </a:rPr>
              <a:t>E(q_over,S)</a:t>
            </a:r>
            <a:r>
              <a:rPr lang="en-US" altLang="zh-CN" sz="1400"/>
              <a:t> = { t1:1, t1:2}</a:t>
            </a:r>
          </a:p>
        </p:txBody>
      </p:sp>
      <p:sp>
        <p:nvSpPr>
          <p:cNvPr id="74" name="文本框 107">
            <a:extLst>
              <a:ext uri="{FF2B5EF4-FFF2-40B4-BE49-F238E27FC236}">
                <a16:creationId xmlns:a16="http://schemas.microsoft.com/office/drawing/2014/main" id="{7D119D47-D172-1F13-EC93-C409DEAB078F}"/>
              </a:ext>
            </a:extLst>
          </p:cNvPr>
          <p:cNvSpPr txBox="1"/>
          <p:nvPr/>
        </p:nvSpPr>
        <p:spPr>
          <a:xfrm>
            <a:off x="10200392" y="1444890"/>
            <a:ext cx="1163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/>
              <a:t>E(q,S) = { t1:2 }</a:t>
            </a:r>
          </a:p>
        </p:txBody>
      </p:sp>
      <p:sp>
        <p:nvSpPr>
          <p:cNvPr id="75" name="文本框 109">
            <a:extLst>
              <a:ext uri="{FF2B5EF4-FFF2-40B4-BE49-F238E27FC236}">
                <a16:creationId xmlns:a16="http://schemas.microsoft.com/office/drawing/2014/main" id="{77383114-3714-B3A7-E1C1-DE9DD051579D}"/>
              </a:ext>
            </a:extLst>
          </p:cNvPr>
          <p:cNvSpPr txBox="1"/>
          <p:nvPr/>
        </p:nvSpPr>
        <p:spPr>
          <a:xfrm>
            <a:off x="10211130" y="3244604"/>
            <a:ext cx="1345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>
                <a:solidFill>
                  <a:srgbClr val="7030A0"/>
                </a:solidFill>
              </a:rPr>
              <a:t>E(q_under,S)</a:t>
            </a:r>
            <a:r>
              <a:rPr lang="en-US" altLang="zh-CN" sz="1400"/>
              <a:t> = { t1:1 }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FF4322EA-2B96-2B74-AED7-D5FE95AAE456}"/>
              </a:ext>
            </a:extLst>
          </p:cNvPr>
          <p:cNvSpPr txBox="1"/>
          <p:nvPr/>
        </p:nvSpPr>
        <p:spPr>
          <a:xfrm>
            <a:off x="12000847" y="758281"/>
            <a:ext cx="2017623" cy="438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1050" i="1"/>
              <a:t>Verify expected approximate relations</a:t>
            </a: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DE4E51C2-9EF5-8EA0-34E8-5FB69BF9788F}"/>
              </a:ext>
            </a:extLst>
          </p:cNvPr>
          <p:cNvSpPr/>
          <p:nvPr/>
        </p:nvSpPr>
        <p:spPr>
          <a:xfrm>
            <a:off x="290098" y="203270"/>
            <a:ext cx="261846" cy="242191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492F59FB-117B-1F09-F94A-35BBC1ACBF1C}"/>
              </a:ext>
            </a:extLst>
          </p:cNvPr>
          <p:cNvSpPr/>
          <p:nvPr/>
        </p:nvSpPr>
        <p:spPr>
          <a:xfrm>
            <a:off x="2227473" y="193110"/>
            <a:ext cx="261846" cy="242191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BB3543DB-5025-47E3-DA3D-BD6FEF7DC9F1}"/>
              </a:ext>
            </a:extLst>
          </p:cNvPr>
          <p:cNvSpPr/>
          <p:nvPr/>
        </p:nvSpPr>
        <p:spPr>
          <a:xfrm>
            <a:off x="4225051" y="203271"/>
            <a:ext cx="261846" cy="242191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ABABBEFD-216E-89B8-5013-DB7B08493205}"/>
              </a:ext>
            </a:extLst>
          </p:cNvPr>
          <p:cNvSpPr/>
          <p:nvPr/>
        </p:nvSpPr>
        <p:spPr>
          <a:xfrm>
            <a:off x="6866182" y="181649"/>
            <a:ext cx="261846" cy="242191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3077ABF0-2095-276C-E69A-224D9A501888}"/>
              </a:ext>
            </a:extLst>
          </p:cNvPr>
          <p:cNvSpPr/>
          <p:nvPr/>
        </p:nvSpPr>
        <p:spPr>
          <a:xfrm>
            <a:off x="9606158" y="161970"/>
            <a:ext cx="261846" cy="242191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D40D7B99-6436-7BBB-1AF7-AEEF1BE1960E}"/>
              </a:ext>
            </a:extLst>
          </p:cNvPr>
          <p:cNvSpPr/>
          <p:nvPr/>
        </p:nvSpPr>
        <p:spPr>
          <a:xfrm>
            <a:off x="11855738" y="169307"/>
            <a:ext cx="261846" cy="242191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6</a:t>
            </a:r>
          </a:p>
        </p:txBody>
      </p:sp>
      <p:sp>
        <p:nvSpPr>
          <p:cNvPr id="83" name="圆角矩形 51">
            <a:extLst>
              <a:ext uri="{FF2B5EF4-FFF2-40B4-BE49-F238E27FC236}">
                <a16:creationId xmlns:a16="http://schemas.microsoft.com/office/drawing/2014/main" id="{964610B1-4202-49A9-6FF7-1D255D89EE60}"/>
              </a:ext>
            </a:extLst>
          </p:cNvPr>
          <p:cNvSpPr/>
          <p:nvPr/>
        </p:nvSpPr>
        <p:spPr>
          <a:xfrm>
            <a:off x="11726337" y="1664724"/>
            <a:ext cx="1666676" cy="628849"/>
          </a:xfrm>
          <a:prstGeom prst="roundRect">
            <a:avLst/>
          </a:prstGeom>
          <a:solidFill>
            <a:srgbClr val="FDFAF4"/>
          </a:solidFill>
          <a:ln w="19050">
            <a:solidFill>
              <a:srgbClr val="CE5D3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6F13DFA3-DCD9-CA07-3E08-77F4B3BB7FB8}"/>
              </a:ext>
            </a:extLst>
          </p:cNvPr>
          <p:cNvSpPr txBox="1"/>
          <p:nvPr/>
        </p:nvSpPr>
        <p:spPr>
          <a:xfrm>
            <a:off x="11740708" y="1682452"/>
            <a:ext cx="1635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/>
              <a:t>Over-approximation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EA023BF8-98E3-1D7A-9FE2-565A555CEBFB}"/>
              </a:ext>
            </a:extLst>
          </p:cNvPr>
          <p:cNvSpPr txBox="1"/>
          <p:nvPr/>
        </p:nvSpPr>
        <p:spPr>
          <a:xfrm>
            <a:off x="11711176" y="1938190"/>
            <a:ext cx="1726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i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E(q,S) ⊆ E(q_over,S) </a:t>
            </a:r>
            <a:r>
              <a:rPr lang="en-US" altLang="zh-CN" sz="1050" b="1" i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?</a:t>
            </a:r>
          </a:p>
        </p:txBody>
      </p:sp>
      <p:sp>
        <p:nvSpPr>
          <p:cNvPr id="87" name="圆角矩形 52">
            <a:extLst>
              <a:ext uri="{FF2B5EF4-FFF2-40B4-BE49-F238E27FC236}">
                <a16:creationId xmlns:a16="http://schemas.microsoft.com/office/drawing/2014/main" id="{7D394E39-4E0E-E022-66CD-82EB1D399C3F}"/>
              </a:ext>
            </a:extLst>
          </p:cNvPr>
          <p:cNvSpPr/>
          <p:nvPr/>
        </p:nvSpPr>
        <p:spPr>
          <a:xfrm>
            <a:off x="11718746" y="2825207"/>
            <a:ext cx="1674271" cy="601840"/>
          </a:xfrm>
          <a:prstGeom prst="roundRect">
            <a:avLst/>
          </a:prstGeom>
          <a:solidFill>
            <a:srgbClr val="FDF6F9"/>
          </a:solidFill>
          <a:ln w="19050">
            <a:solidFill>
              <a:srgbClr val="A8539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D7B0AC34-19F7-AA53-A6E3-8A7941C649EB}"/>
              </a:ext>
            </a:extLst>
          </p:cNvPr>
          <p:cNvSpPr txBox="1"/>
          <p:nvPr/>
        </p:nvSpPr>
        <p:spPr>
          <a:xfrm>
            <a:off x="11690862" y="2834496"/>
            <a:ext cx="1635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/>
              <a:t>Under-approximation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EE2CA3AB-B1CE-7E77-D9C9-406A6729F7C5}"/>
              </a:ext>
            </a:extLst>
          </p:cNvPr>
          <p:cNvSpPr txBox="1"/>
          <p:nvPr/>
        </p:nvSpPr>
        <p:spPr>
          <a:xfrm>
            <a:off x="11628738" y="3076700"/>
            <a:ext cx="18362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i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E(q_under,S) ⊆ E(q,S) </a:t>
            </a:r>
            <a:r>
              <a:rPr lang="en-US" altLang="zh-CN" sz="1100" b="1" i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?</a:t>
            </a:r>
            <a:endParaRPr lang="en-US" altLang="zh-CN" sz="1100" b="1" i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圆角矩形 47">
            <a:extLst>
              <a:ext uri="{FF2B5EF4-FFF2-40B4-BE49-F238E27FC236}">
                <a16:creationId xmlns:a16="http://schemas.microsoft.com/office/drawing/2014/main" id="{346C7778-9CAB-0A99-8384-D5480666132B}"/>
              </a:ext>
            </a:extLst>
          </p:cNvPr>
          <p:cNvSpPr/>
          <p:nvPr/>
        </p:nvSpPr>
        <p:spPr>
          <a:xfrm>
            <a:off x="13679412" y="1648766"/>
            <a:ext cx="968420" cy="64480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     PASS</a:t>
            </a:r>
          </a:p>
          <a:p>
            <a:pPr algn="ctr"/>
            <a:r>
              <a:rPr lang="en-US" altLang="zh-CN" sz="1100">
                <a:solidFill>
                  <a:schemeClr val="tx1"/>
                </a:solidFill>
              </a:rPr>
              <a:t>Relation Holds</a:t>
            </a:r>
          </a:p>
        </p:txBody>
      </p:sp>
      <p:pic>
        <p:nvPicPr>
          <p:cNvPr id="92" name="图片 91">
            <a:extLst>
              <a:ext uri="{FF2B5EF4-FFF2-40B4-BE49-F238E27FC236}">
                <a16:creationId xmlns:a16="http://schemas.microsoft.com/office/drawing/2014/main" id="{304A7F00-231B-8487-27B6-9236D384F76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0863" y="1677362"/>
            <a:ext cx="237607" cy="237607"/>
          </a:xfrm>
          <a:prstGeom prst="rect">
            <a:avLst/>
          </a:prstGeom>
        </p:spPr>
      </p:pic>
      <p:sp>
        <p:nvSpPr>
          <p:cNvPr id="93" name="圆角矩形 47">
            <a:extLst>
              <a:ext uri="{FF2B5EF4-FFF2-40B4-BE49-F238E27FC236}">
                <a16:creationId xmlns:a16="http://schemas.microsoft.com/office/drawing/2014/main" id="{FF54E864-9150-BD31-D575-C9EF927C8F96}"/>
              </a:ext>
            </a:extLst>
          </p:cNvPr>
          <p:cNvSpPr/>
          <p:nvPr/>
        </p:nvSpPr>
        <p:spPr>
          <a:xfrm>
            <a:off x="13679412" y="2810572"/>
            <a:ext cx="968420" cy="601840"/>
          </a:xfrm>
          <a:prstGeom prst="roundRect">
            <a:avLst/>
          </a:prstGeom>
          <a:solidFill>
            <a:srgbClr val="FCC9CA"/>
          </a:solidFill>
          <a:ln>
            <a:solidFill>
              <a:srgbClr val="E25B6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rgbClr val="FF0000"/>
                </a:solidFill>
              </a:rPr>
              <a:t>     Failed</a:t>
            </a:r>
          </a:p>
          <a:p>
            <a:pPr algn="ctr"/>
            <a:r>
              <a:rPr lang="en-US" altLang="zh-CN" sz="1050">
                <a:solidFill>
                  <a:schemeClr val="tx1"/>
                </a:solidFill>
              </a:rPr>
              <a:t>Logical Bug Detected</a:t>
            </a:r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010678F1-A9D4-4087-460F-72474C9AC87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751328" y="2859298"/>
            <a:ext cx="254992" cy="254992"/>
          </a:xfrm>
          <a:prstGeom prst="rect">
            <a:avLst/>
          </a:prstGeom>
        </p:spPr>
      </p:pic>
      <p:grpSp>
        <p:nvGrpSpPr>
          <p:cNvPr id="95" name="组合 94">
            <a:extLst>
              <a:ext uri="{FF2B5EF4-FFF2-40B4-BE49-F238E27FC236}">
                <a16:creationId xmlns:a16="http://schemas.microsoft.com/office/drawing/2014/main" id="{57E5A1DF-5E04-8975-8F2D-AFD9BE72706D}"/>
              </a:ext>
            </a:extLst>
          </p:cNvPr>
          <p:cNvGrpSpPr/>
          <p:nvPr/>
        </p:nvGrpSpPr>
        <p:grpSpPr>
          <a:xfrm rot="16200000">
            <a:off x="10848945" y="2361886"/>
            <a:ext cx="1357465" cy="275595"/>
            <a:chOff x="10665166" y="6211343"/>
            <a:chExt cx="1357465" cy="275595"/>
          </a:xfrm>
        </p:grpSpPr>
        <p:sp>
          <p:nvSpPr>
            <p:cNvPr id="96" name="右中括号 95">
              <a:extLst>
                <a:ext uri="{FF2B5EF4-FFF2-40B4-BE49-F238E27FC236}">
                  <a16:creationId xmlns:a16="http://schemas.microsoft.com/office/drawing/2014/main" id="{72E14436-ABE8-7D4F-1917-141F69C0F6FB}"/>
                </a:ext>
              </a:extLst>
            </p:cNvPr>
            <p:cNvSpPr/>
            <p:nvPr/>
          </p:nvSpPr>
          <p:spPr>
            <a:xfrm rot="16200000">
              <a:off x="11281370" y="5745676"/>
              <a:ext cx="125058" cy="1357465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C26B5DA2-542E-7254-882D-28D051096851}"/>
                </a:ext>
              </a:extLst>
            </p:cNvPr>
            <p:cNvCxnSpPr>
              <a:endCxn id="96" idx="2"/>
            </p:cNvCxnSpPr>
            <p:nvPr/>
          </p:nvCxnSpPr>
          <p:spPr>
            <a:xfrm>
              <a:off x="11343900" y="6211343"/>
              <a:ext cx="0" cy="1505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圆角矩形 58">
            <a:extLst>
              <a:ext uri="{FF2B5EF4-FFF2-40B4-BE49-F238E27FC236}">
                <a16:creationId xmlns:a16="http://schemas.microsoft.com/office/drawing/2014/main" id="{C0D56A5E-AAF8-33BE-FD3A-8710913C9ED0}"/>
              </a:ext>
            </a:extLst>
          </p:cNvPr>
          <p:cNvSpPr/>
          <p:nvPr/>
        </p:nvSpPr>
        <p:spPr>
          <a:xfrm>
            <a:off x="2729908" y="1829097"/>
            <a:ext cx="1017664" cy="335280"/>
          </a:xfrm>
          <a:prstGeom prst="roundRect">
            <a:avLst/>
          </a:prstGeom>
          <a:solidFill>
            <a:srgbClr val="E3F4EA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980"/>
              </a:lnSpc>
            </a:pPr>
            <a:r>
              <a:rPr lang="en-US" altLang="zh-CN" sz="1000" b="1">
                <a:solidFill>
                  <a:schemeClr val="tx1"/>
                </a:solidFill>
              </a:rPr>
              <a:t>Original DML q</a:t>
            </a:r>
          </a:p>
        </p:txBody>
      </p:sp>
    </p:spTree>
    <p:extLst>
      <p:ext uri="{BB962C8B-B14F-4D97-AF65-F5344CB8AC3E}">
        <p14:creationId xmlns:p14="http://schemas.microsoft.com/office/powerpoint/2010/main" val="2509020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6*84"/>
  <p:tag name="TABLE_ENDDRAG_RECT" val="51*170*76*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4*26"/>
  <p:tag name="TABLE_ENDDRAG_RECT" val="17*170*34*2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6*84"/>
  <p:tag name="TABLE_ENDDRAG_RECT" val="51*170*76*8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4*26"/>
  <p:tag name="TABLE_ENDDRAG_RECT" val="17*170*34*2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6*84"/>
  <p:tag name="TABLE_ENDDRAG_RECT" val="51*170*76*8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4*26"/>
  <p:tag name="TABLE_ENDDRAG_RECT" val="17*170*34*2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6*84"/>
  <p:tag name="TABLE_ENDDRAG_RECT" val="51*170*76*8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4*26"/>
  <p:tag name="TABLE_ENDDRAG_RECT" val="17*170*34*26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</TotalTime>
  <Words>261</Words>
  <Application>Microsoft Office PowerPoint</Application>
  <PresentationFormat>自定义</PresentationFormat>
  <Paragraphs>89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 lin</cp:lastModifiedBy>
  <cp:revision>8</cp:revision>
  <dcterms:created xsi:type="dcterms:W3CDTF">2023-08-09T12:44:00Z</dcterms:created>
  <dcterms:modified xsi:type="dcterms:W3CDTF">2026-04-04T14:06:37Z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