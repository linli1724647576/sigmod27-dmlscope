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20" r:id="rId1"/>
  </p:sldMasterIdLst>
  <p:sldIdLst>
    <p:sldId id="256" r:id="rId2"/>
  </p:sldIdLst>
  <p:sldSz cx="7872413" cy="60055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92" userDrawn="1">
          <p15:clr>
            <a:srgbClr val="A4A3A4"/>
          </p15:clr>
        </p15:guide>
        <p15:guide id="2" pos="24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 snapToGrid="0" showGuides="1">
      <p:cViewPr varScale="1">
        <p:scale>
          <a:sx n="180" d="100"/>
          <a:sy n="180" d="100"/>
        </p:scale>
        <p:origin x="1908" y="162"/>
      </p:cViewPr>
      <p:guideLst>
        <p:guide orient="horz" pos="1892"/>
        <p:guide pos="24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0431" y="982847"/>
            <a:ext cx="6691551" cy="2090808"/>
          </a:xfrm>
        </p:spPr>
        <p:txBody>
          <a:bodyPr anchor="b"/>
          <a:lstStyle>
            <a:lvl1pPr algn="ctr">
              <a:defRPr sz="516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84052" y="3154285"/>
            <a:ext cx="5904310" cy="1449942"/>
          </a:xfrm>
        </p:spPr>
        <p:txBody>
          <a:bodyPr/>
          <a:lstStyle>
            <a:lvl1pPr marL="0" indent="0" algn="ctr">
              <a:buNone/>
              <a:defRPr sz="2066"/>
            </a:lvl1pPr>
            <a:lvl2pPr marL="393603" indent="0" algn="ctr">
              <a:buNone/>
              <a:defRPr sz="1722"/>
            </a:lvl2pPr>
            <a:lvl3pPr marL="787207" indent="0" algn="ctr">
              <a:buNone/>
              <a:defRPr sz="1550"/>
            </a:lvl3pPr>
            <a:lvl4pPr marL="1180810" indent="0" algn="ctr">
              <a:buNone/>
              <a:defRPr sz="1377"/>
            </a:lvl4pPr>
            <a:lvl5pPr marL="1574414" indent="0" algn="ctr">
              <a:buNone/>
              <a:defRPr sz="1377"/>
            </a:lvl5pPr>
            <a:lvl6pPr marL="1968017" indent="0" algn="ctr">
              <a:buNone/>
              <a:defRPr sz="1377"/>
            </a:lvl6pPr>
            <a:lvl7pPr marL="2361621" indent="0" algn="ctr">
              <a:buNone/>
              <a:defRPr sz="1377"/>
            </a:lvl7pPr>
            <a:lvl8pPr marL="2755224" indent="0" algn="ctr">
              <a:buNone/>
              <a:defRPr sz="1377"/>
            </a:lvl8pPr>
            <a:lvl9pPr marL="3148828" indent="0" algn="ctr">
              <a:buNone/>
              <a:defRPr sz="1377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1453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9507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7129" y="1497210"/>
            <a:ext cx="6789956" cy="2498126"/>
          </a:xfrm>
        </p:spPr>
        <p:txBody>
          <a:bodyPr anchor="b"/>
          <a:lstStyle>
            <a:lvl1pPr>
              <a:defRPr sz="516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7129" y="4018969"/>
            <a:ext cx="6789956" cy="1313706"/>
          </a:xfrm>
        </p:spPr>
        <p:txBody>
          <a:bodyPr/>
          <a:lstStyle>
            <a:lvl1pPr marL="0" indent="0">
              <a:buNone/>
              <a:defRPr sz="2066">
                <a:solidFill>
                  <a:schemeClr val="tx1"/>
                </a:solidFill>
              </a:defRPr>
            </a:lvl1pPr>
            <a:lvl2pPr marL="393603" indent="0">
              <a:buNone/>
              <a:defRPr sz="1722">
                <a:solidFill>
                  <a:schemeClr val="tx1">
                    <a:tint val="75000"/>
                  </a:schemeClr>
                </a:solidFill>
              </a:defRPr>
            </a:lvl2pPr>
            <a:lvl3pPr marL="787207" indent="0">
              <a:buNone/>
              <a:defRPr sz="1550">
                <a:solidFill>
                  <a:schemeClr val="tx1">
                    <a:tint val="75000"/>
                  </a:schemeClr>
                </a:solidFill>
              </a:defRPr>
            </a:lvl3pPr>
            <a:lvl4pPr marL="1180810" indent="0">
              <a:buNone/>
              <a:defRPr sz="1377">
                <a:solidFill>
                  <a:schemeClr val="tx1">
                    <a:tint val="75000"/>
                  </a:schemeClr>
                </a:solidFill>
              </a:defRPr>
            </a:lvl4pPr>
            <a:lvl5pPr marL="1574414" indent="0">
              <a:buNone/>
              <a:defRPr sz="1377">
                <a:solidFill>
                  <a:schemeClr val="tx1">
                    <a:tint val="75000"/>
                  </a:schemeClr>
                </a:solidFill>
              </a:defRPr>
            </a:lvl5pPr>
            <a:lvl6pPr marL="1968017" indent="0">
              <a:buNone/>
              <a:defRPr sz="1377">
                <a:solidFill>
                  <a:schemeClr val="tx1">
                    <a:tint val="75000"/>
                  </a:schemeClr>
                </a:solidFill>
              </a:defRPr>
            </a:lvl6pPr>
            <a:lvl7pPr marL="2361621" indent="0">
              <a:buNone/>
              <a:defRPr sz="1377">
                <a:solidFill>
                  <a:schemeClr val="tx1">
                    <a:tint val="75000"/>
                  </a:schemeClr>
                </a:solidFill>
              </a:defRPr>
            </a:lvl7pPr>
            <a:lvl8pPr marL="2755224" indent="0">
              <a:buNone/>
              <a:defRPr sz="1377">
                <a:solidFill>
                  <a:schemeClr val="tx1">
                    <a:tint val="75000"/>
                  </a:schemeClr>
                </a:solidFill>
              </a:defRPr>
            </a:lvl8pPr>
            <a:lvl9pPr marL="3148828" indent="0">
              <a:buNone/>
              <a:defRPr sz="137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4323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1228" y="1598690"/>
            <a:ext cx="3345776" cy="381044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85409" y="1598690"/>
            <a:ext cx="3345776" cy="381044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0097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254" y="319739"/>
            <a:ext cx="6789956" cy="116078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2255" y="1472185"/>
            <a:ext cx="3330399" cy="721495"/>
          </a:xfrm>
        </p:spPr>
        <p:txBody>
          <a:bodyPr anchor="b"/>
          <a:lstStyle>
            <a:lvl1pPr marL="0" indent="0">
              <a:buNone/>
              <a:defRPr sz="2066" b="1"/>
            </a:lvl1pPr>
            <a:lvl2pPr marL="393603" indent="0">
              <a:buNone/>
              <a:defRPr sz="1722" b="1"/>
            </a:lvl2pPr>
            <a:lvl3pPr marL="787207" indent="0">
              <a:buNone/>
              <a:defRPr sz="1550" b="1"/>
            </a:lvl3pPr>
            <a:lvl4pPr marL="1180810" indent="0">
              <a:buNone/>
              <a:defRPr sz="1377" b="1"/>
            </a:lvl4pPr>
            <a:lvl5pPr marL="1574414" indent="0">
              <a:buNone/>
              <a:defRPr sz="1377" b="1"/>
            </a:lvl5pPr>
            <a:lvl6pPr marL="1968017" indent="0">
              <a:buNone/>
              <a:defRPr sz="1377" b="1"/>
            </a:lvl6pPr>
            <a:lvl7pPr marL="2361621" indent="0">
              <a:buNone/>
              <a:defRPr sz="1377" b="1"/>
            </a:lvl7pPr>
            <a:lvl8pPr marL="2755224" indent="0">
              <a:buNone/>
              <a:defRPr sz="1377" b="1"/>
            </a:lvl8pPr>
            <a:lvl9pPr marL="3148828" indent="0">
              <a:buNone/>
              <a:defRPr sz="1377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2255" y="2193680"/>
            <a:ext cx="3330399" cy="322657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85409" y="1472185"/>
            <a:ext cx="3346801" cy="721495"/>
          </a:xfrm>
        </p:spPr>
        <p:txBody>
          <a:bodyPr anchor="b"/>
          <a:lstStyle>
            <a:lvl1pPr marL="0" indent="0">
              <a:buNone/>
              <a:defRPr sz="2066" b="1"/>
            </a:lvl1pPr>
            <a:lvl2pPr marL="393603" indent="0">
              <a:buNone/>
              <a:defRPr sz="1722" b="1"/>
            </a:lvl2pPr>
            <a:lvl3pPr marL="787207" indent="0">
              <a:buNone/>
              <a:defRPr sz="1550" b="1"/>
            </a:lvl3pPr>
            <a:lvl4pPr marL="1180810" indent="0">
              <a:buNone/>
              <a:defRPr sz="1377" b="1"/>
            </a:lvl4pPr>
            <a:lvl5pPr marL="1574414" indent="0">
              <a:buNone/>
              <a:defRPr sz="1377" b="1"/>
            </a:lvl5pPr>
            <a:lvl6pPr marL="1968017" indent="0">
              <a:buNone/>
              <a:defRPr sz="1377" b="1"/>
            </a:lvl6pPr>
            <a:lvl7pPr marL="2361621" indent="0">
              <a:buNone/>
              <a:defRPr sz="1377" b="1"/>
            </a:lvl7pPr>
            <a:lvl8pPr marL="2755224" indent="0">
              <a:buNone/>
              <a:defRPr sz="1377" b="1"/>
            </a:lvl8pPr>
            <a:lvl9pPr marL="3148828" indent="0">
              <a:buNone/>
              <a:defRPr sz="1377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85409" y="2193680"/>
            <a:ext cx="3346801" cy="322657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485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5862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5973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254" y="400368"/>
            <a:ext cx="2539058" cy="1401286"/>
          </a:xfrm>
        </p:spPr>
        <p:txBody>
          <a:bodyPr anchor="b"/>
          <a:lstStyle>
            <a:lvl1pPr>
              <a:defRPr sz="275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46801" y="864684"/>
            <a:ext cx="3985409" cy="4267807"/>
          </a:xfrm>
        </p:spPr>
        <p:txBody>
          <a:bodyPr/>
          <a:lstStyle>
            <a:lvl1pPr>
              <a:defRPr sz="2755"/>
            </a:lvl1pPr>
            <a:lvl2pPr>
              <a:defRPr sz="2411"/>
            </a:lvl2pPr>
            <a:lvl3pPr>
              <a:defRPr sz="2066"/>
            </a:lvl3pPr>
            <a:lvl4pPr>
              <a:defRPr sz="1722"/>
            </a:lvl4pPr>
            <a:lvl5pPr>
              <a:defRPr sz="1722"/>
            </a:lvl5pPr>
            <a:lvl6pPr>
              <a:defRPr sz="1722"/>
            </a:lvl6pPr>
            <a:lvl7pPr>
              <a:defRPr sz="1722"/>
            </a:lvl7pPr>
            <a:lvl8pPr>
              <a:defRPr sz="1722"/>
            </a:lvl8pPr>
            <a:lvl9pPr>
              <a:defRPr sz="1722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2254" y="1801654"/>
            <a:ext cx="2539058" cy="3337787"/>
          </a:xfrm>
        </p:spPr>
        <p:txBody>
          <a:bodyPr/>
          <a:lstStyle>
            <a:lvl1pPr marL="0" indent="0">
              <a:buNone/>
              <a:defRPr sz="1377"/>
            </a:lvl1pPr>
            <a:lvl2pPr marL="393603" indent="0">
              <a:buNone/>
              <a:defRPr sz="1205"/>
            </a:lvl2pPr>
            <a:lvl3pPr marL="787207" indent="0">
              <a:buNone/>
              <a:defRPr sz="1033"/>
            </a:lvl3pPr>
            <a:lvl4pPr marL="1180810" indent="0">
              <a:buNone/>
              <a:defRPr sz="861"/>
            </a:lvl4pPr>
            <a:lvl5pPr marL="1574414" indent="0">
              <a:buNone/>
              <a:defRPr sz="861"/>
            </a:lvl5pPr>
            <a:lvl6pPr marL="1968017" indent="0">
              <a:buNone/>
              <a:defRPr sz="861"/>
            </a:lvl6pPr>
            <a:lvl7pPr marL="2361621" indent="0">
              <a:buNone/>
              <a:defRPr sz="861"/>
            </a:lvl7pPr>
            <a:lvl8pPr marL="2755224" indent="0">
              <a:buNone/>
              <a:defRPr sz="861"/>
            </a:lvl8pPr>
            <a:lvl9pPr marL="3148828" indent="0">
              <a:buNone/>
              <a:defRPr sz="86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0817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254" y="400368"/>
            <a:ext cx="2539058" cy="1401286"/>
          </a:xfrm>
        </p:spPr>
        <p:txBody>
          <a:bodyPr anchor="b"/>
          <a:lstStyle>
            <a:lvl1pPr>
              <a:defRPr sz="275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46801" y="864684"/>
            <a:ext cx="3985409" cy="4267807"/>
          </a:xfrm>
        </p:spPr>
        <p:txBody>
          <a:bodyPr anchor="t"/>
          <a:lstStyle>
            <a:lvl1pPr marL="0" indent="0">
              <a:buNone/>
              <a:defRPr sz="2755"/>
            </a:lvl1pPr>
            <a:lvl2pPr marL="393603" indent="0">
              <a:buNone/>
              <a:defRPr sz="2411"/>
            </a:lvl2pPr>
            <a:lvl3pPr marL="787207" indent="0">
              <a:buNone/>
              <a:defRPr sz="2066"/>
            </a:lvl3pPr>
            <a:lvl4pPr marL="1180810" indent="0">
              <a:buNone/>
              <a:defRPr sz="1722"/>
            </a:lvl4pPr>
            <a:lvl5pPr marL="1574414" indent="0">
              <a:buNone/>
              <a:defRPr sz="1722"/>
            </a:lvl5pPr>
            <a:lvl6pPr marL="1968017" indent="0">
              <a:buNone/>
              <a:defRPr sz="1722"/>
            </a:lvl6pPr>
            <a:lvl7pPr marL="2361621" indent="0">
              <a:buNone/>
              <a:defRPr sz="1722"/>
            </a:lvl7pPr>
            <a:lvl8pPr marL="2755224" indent="0">
              <a:buNone/>
              <a:defRPr sz="1722"/>
            </a:lvl8pPr>
            <a:lvl9pPr marL="3148828" indent="0">
              <a:buNone/>
              <a:defRPr sz="1722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2254" y="1801654"/>
            <a:ext cx="2539058" cy="3337787"/>
          </a:xfrm>
        </p:spPr>
        <p:txBody>
          <a:bodyPr/>
          <a:lstStyle>
            <a:lvl1pPr marL="0" indent="0">
              <a:buNone/>
              <a:defRPr sz="1377"/>
            </a:lvl1pPr>
            <a:lvl2pPr marL="393603" indent="0">
              <a:buNone/>
              <a:defRPr sz="1205"/>
            </a:lvl2pPr>
            <a:lvl3pPr marL="787207" indent="0">
              <a:buNone/>
              <a:defRPr sz="1033"/>
            </a:lvl3pPr>
            <a:lvl4pPr marL="1180810" indent="0">
              <a:buNone/>
              <a:defRPr sz="861"/>
            </a:lvl4pPr>
            <a:lvl5pPr marL="1574414" indent="0">
              <a:buNone/>
              <a:defRPr sz="861"/>
            </a:lvl5pPr>
            <a:lvl6pPr marL="1968017" indent="0">
              <a:buNone/>
              <a:defRPr sz="861"/>
            </a:lvl6pPr>
            <a:lvl7pPr marL="2361621" indent="0">
              <a:buNone/>
              <a:defRPr sz="861"/>
            </a:lvl7pPr>
            <a:lvl8pPr marL="2755224" indent="0">
              <a:buNone/>
              <a:defRPr sz="861"/>
            </a:lvl8pPr>
            <a:lvl9pPr marL="3148828" indent="0">
              <a:buNone/>
              <a:defRPr sz="86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4466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8891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633696" y="319738"/>
            <a:ext cx="1697489" cy="508939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41229" y="319738"/>
            <a:ext cx="4994062" cy="508939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5438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1229" y="319739"/>
            <a:ext cx="6789956" cy="1160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229" y="1598690"/>
            <a:ext cx="6789956" cy="38104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1228" y="5566222"/>
            <a:ext cx="1771293" cy="3197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2026/2/8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07737" y="5566222"/>
            <a:ext cx="2656939" cy="3197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559892" y="5566222"/>
            <a:ext cx="1771293" cy="3197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2469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787207" rtl="0" eaLnBrk="1" latinLnBrk="0" hangingPunct="1">
        <a:lnSpc>
          <a:spcPct val="90000"/>
        </a:lnSpc>
        <a:spcBef>
          <a:spcPct val="0"/>
        </a:spcBef>
        <a:buNone/>
        <a:defRPr sz="378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6802" indent="-196802" algn="l" defTabSz="787207" rtl="0" eaLnBrk="1" latinLnBrk="0" hangingPunct="1">
        <a:lnSpc>
          <a:spcPct val="90000"/>
        </a:lnSpc>
        <a:spcBef>
          <a:spcPts val="861"/>
        </a:spcBef>
        <a:buFont typeface="Arial" panose="020B0604020202020204" pitchFamily="34" charset="0"/>
        <a:buChar char="•"/>
        <a:defRPr sz="2411" kern="1200">
          <a:solidFill>
            <a:schemeClr val="tx1"/>
          </a:solidFill>
          <a:latin typeface="+mn-lt"/>
          <a:ea typeface="+mn-ea"/>
          <a:cs typeface="+mn-cs"/>
        </a:defRPr>
      </a:lvl1pPr>
      <a:lvl2pPr marL="590405" indent="-196802" algn="l" defTabSz="787207" rtl="0" eaLnBrk="1" latinLnBrk="0" hangingPunct="1">
        <a:lnSpc>
          <a:spcPct val="90000"/>
        </a:lnSpc>
        <a:spcBef>
          <a:spcPts val="430"/>
        </a:spcBef>
        <a:buFont typeface="Arial" panose="020B0604020202020204" pitchFamily="34" charset="0"/>
        <a:buChar char="•"/>
        <a:defRPr sz="2066" kern="1200">
          <a:solidFill>
            <a:schemeClr val="tx1"/>
          </a:solidFill>
          <a:latin typeface="+mn-lt"/>
          <a:ea typeface="+mn-ea"/>
          <a:cs typeface="+mn-cs"/>
        </a:defRPr>
      </a:lvl2pPr>
      <a:lvl3pPr marL="984009" indent="-196802" algn="l" defTabSz="787207" rtl="0" eaLnBrk="1" latinLnBrk="0" hangingPunct="1">
        <a:lnSpc>
          <a:spcPct val="90000"/>
        </a:lnSpc>
        <a:spcBef>
          <a:spcPts val="430"/>
        </a:spcBef>
        <a:buFont typeface="Arial" panose="020B0604020202020204" pitchFamily="34" charset="0"/>
        <a:buChar char="•"/>
        <a:defRPr sz="1722" kern="1200">
          <a:solidFill>
            <a:schemeClr val="tx1"/>
          </a:solidFill>
          <a:latin typeface="+mn-lt"/>
          <a:ea typeface="+mn-ea"/>
          <a:cs typeface="+mn-cs"/>
        </a:defRPr>
      </a:lvl3pPr>
      <a:lvl4pPr marL="1377612" indent="-196802" algn="l" defTabSz="787207" rtl="0" eaLnBrk="1" latinLnBrk="0" hangingPunct="1">
        <a:lnSpc>
          <a:spcPct val="90000"/>
        </a:lnSpc>
        <a:spcBef>
          <a:spcPts val="430"/>
        </a:spcBef>
        <a:buFont typeface="Arial" panose="020B0604020202020204" pitchFamily="34" charset="0"/>
        <a:buChar char="•"/>
        <a:defRPr sz="1550" kern="1200">
          <a:solidFill>
            <a:schemeClr val="tx1"/>
          </a:solidFill>
          <a:latin typeface="+mn-lt"/>
          <a:ea typeface="+mn-ea"/>
          <a:cs typeface="+mn-cs"/>
        </a:defRPr>
      </a:lvl4pPr>
      <a:lvl5pPr marL="1771216" indent="-196802" algn="l" defTabSz="787207" rtl="0" eaLnBrk="1" latinLnBrk="0" hangingPunct="1">
        <a:lnSpc>
          <a:spcPct val="90000"/>
        </a:lnSpc>
        <a:spcBef>
          <a:spcPts val="430"/>
        </a:spcBef>
        <a:buFont typeface="Arial" panose="020B0604020202020204" pitchFamily="34" charset="0"/>
        <a:buChar char="•"/>
        <a:defRPr sz="1550" kern="1200">
          <a:solidFill>
            <a:schemeClr val="tx1"/>
          </a:solidFill>
          <a:latin typeface="+mn-lt"/>
          <a:ea typeface="+mn-ea"/>
          <a:cs typeface="+mn-cs"/>
        </a:defRPr>
      </a:lvl5pPr>
      <a:lvl6pPr marL="2164819" indent="-196802" algn="l" defTabSz="787207" rtl="0" eaLnBrk="1" latinLnBrk="0" hangingPunct="1">
        <a:lnSpc>
          <a:spcPct val="90000"/>
        </a:lnSpc>
        <a:spcBef>
          <a:spcPts val="430"/>
        </a:spcBef>
        <a:buFont typeface="Arial" panose="020B0604020202020204" pitchFamily="34" charset="0"/>
        <a:buChar char="•"/>
        <a:defRPr sz="1550" kern="1200">
          <a:solidFill>
            <a:schemeClr val="tx1"/>
          </a:solidFill>
          <a:latin typeface="+mn-lt"/>
          <a:ea typeface="+mn-ea"/>
          <a:cs typeface="+mn-cs"/>
        </a:defRPr>
      </a:lvl6pPr>
      <a:lvl7pPr marL="2558423" indent="-196802" algn="l" defTabSz="787207" rtl="0" eaLnBrk="1" latinLnBrk="0" hangingPunct="1">
        <a:lnSpc>
          <a:spcPct val="90000"/>
        </a:lnSpc>
        <a:spcBef>
          <a:spcPts val="430"/>
        </a:spcBef>
        <a:buFont typeface="Arial" panose="020B0604020202020204" pitchFamily="34" charset="0"/>
        <a:buChar char="•"/>
        <a:defRPr sz="1550" kern="1200">
          <a:solidFill>
            <a:schemeClr val="tx1"/>
          </a:solidFill>
          <a:latin typeface="+mn-lt"/>
          <a:ea typeface="+mn-ea"/>
          <a:cs typeface="+mn-cs"/>
        </a:defRPr>
      </a:lvl7pPr>
      <a:lvl8pPr marL="2952026" indent="-196802" algn="l" defTabSz="787207" rtl="0" eaLnBrk="1" latinLnBrk="0" hangingPunct="1">
        <a:lnSpc>
          <a:spcPct val="90000"/>
        </a:lnSpc>
        <a:spcBef>
          <a:spcPts val="430"/>
        </a:spcBef>
        <a:buFont typeface="Arial" panose="020B0604020202020204" pitchFamily="34" charset="0"/>
        <a:buChar char="•"/>
        <a:defRPr sz="1550" kern="1200">
          <a:solidFill>
            <a:schemeClr val="tx1"/>
          </a:solidFill>
          <a:latin typeface="+mn-lt"/>
          <a:ea typeface="+mn-ea"/>
          <a:cs typeface="+mn-cs"/>
        </a:defRPr>
      </a:lvl8pPr>
      <a:lvl9pPr marL="3345630" indent="-196802" algn="l" defTabSz="787207" rtl="0" eaLnBrk="1" latinLnBrk="0" hangingPunct="1">
        <a:lnSpc>
          <a:spcPct val="90000"/>
        </a:lnSpc>
        <a:spcBef>
          <a:spcPts val="430"/>
        </a:spcBef>
        <a:buFont typeface="Arial" panose="020B0604020202020204" pitchFamily="34" charset="0"/>
        <a:buChar char="•"/>
        <a:defRPr sz="15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87207" rtl="0" eaLnBrk="1" latinLnBrk="0" hangingPunct="1">
        <a:defRPr sz="1550" kern="1200">
          <a:solidFill>
            <a:schemeClr val="tx1"/>
          </a:solidFill>
          <a:latin typeface="+mn-lt"/>
          <a:ea typeface="+mn-ea"/>
          <a:cs typeface="+mn-cs"/>
        </a:defRPr>
      </a:lvl1pPr>
      <a:lvl2pPr marL="393603" algn="l" defTabSz="787207" rtl="0" eaLnBrk="1" latinLnBrk="0" hangingPunct="1">
        <a:defRPr sz="1550" kern="1200">
          <a:solidFill>
            <a:schemeClr val="tx1"/>
          </a:solidFill>
          <a:latin typeface="+mn-lt"/>
          <a:ea typeface="+mn-ea"/>
          <a:cs typeface="+mn-cs"/>
        </a:defRPr>
      </a:lvl2pPr>
      <a:lvl3pPr marL="787207" algn="l" defTabSz="787207" rtl="0" eaLnBrk="1" latinLnBrk="0" hangingPunct="1">
        <a:defRPr sz="1550" kern="1200">
          <a:solidFill>
            <a:schemeClr val="tx1"/>
          </a:solidFill>
          <a:latin typeface="+mn-lt"/>
          <a:ea typeface="+mn-ea"/>
          <a:cs typeface="+mn-cs"/>
        </a:defRPr>
      </a:lvl3pPr>
      <a:lvl4pPr marL="1180810" algn="l" defTabSz="787207" rtl="0" eaLnBrk="1" latinLnBrk="0" hangingPunct="1">
        <a:defRPr sz="1550" kern="1200">
          <a:solidFill>
            <a:schemeClr val="tx1"/>
          </a:solidFill>
          <a:latin typeface="+mn-lt"/>
          <a:ea typeface="+mn-ea"/>
          <a:cs typeface="+mn-cs"/>
        </a:defRPr>
      </a:lvl4pPr>
      <a:lvl5pPr marL="1574414" algn="l" defTabSz="787207" rtl="0" eaLnBrk="1" latinLnBrk="0" hangingPunct="1">
        <a:defRPr sz="1550" kern="1200">
          <a:solidFill>
            <a:schemeClr val="tx1"/>
          </a:solidFill>
          <a:latin typeface="+mn-lt"/>
          <a:ea typeface="+mn-ea"/>
          <a:cs typeface="+mn-cs"/>
        </a:defRPr>
      </a:lvl5pPr>
      <a:lvl6pPr marL="1968017" algn="l" defTabSz="787207" rtl="0" eaLnBrk="1" latinLnBrk="0" hangingPunct="1">
        <a:defRPr sz="1550" kern="1200">
          <a:solidFill>
            <a:schemeClr val="tx1"/>
          </a:solidFill>
          <a:latin typeface="+mn-lt"/>
          <a:ea typeface="+mn-ea"/>
          <a:cs typeface="+mn-cs"/>
        </a:defRPr>
      </a:lvl6pPr>
      <a:lvl7pPr marL="2361621" algn="l" defTabSz="787207" rtl="0" eaLnBrk="1" latinLnBrk="0" hangingPunct="1">
        <a:defRPr sz="1550" kern="1200">
          <a:solidFill>
            <a:schemeClr val="tx1"/>
          </a:solidFill>
          <a:latin typeface="+mn-lt"/>
          <a:ea typeface="+mn-ea"/>
          <a:cs typeface="+mn-cs"/>
        </a:defRPr>
      </a:lvl7pPr>
      <a:lvl8pPr marL="2755224" algn="l" defTabSz="787207" rtl="0" eaLnBrk="1" latinLnBrk="0" hangingPunct="1">
        <a:defRPr sz="1550" kern="1200">
          <a:solidFill>
            <a:schemeClr val="tx1"/>
          </a:solidFill>
          <a:latin typeface="+mn-lt"/>
          <a:ea typeface="+mn-ea"/>
          <a:cs typeface="+mn-cs"/>
        </a:defRPr>
      </a:lvl8pPr>
      <a:lvl9pPr marL="3148828" algn="l" defTabSz="787207" rtl="0" eaLnBrk="1" latinLnBrk="0" hangingPunct="1">
        <a:defRPr sz="15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76B903AE-E42E-24ED-ACED-91D7F754325E}"/>
              </a:ext>
            </a:extLst>
          </p:cNvPr>
          <p:cNvSpPr txBox="1"/>
          <p:nvPr/>
        </p:nvSpPr>
        <p:spPr>
          <a:xfrm>
            <a:off x="1" y="48101"/>
            <a:ext cx="7872413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>
                <a:solidFill>
                  <a:schemeClr val="bg2">
                    <a:lumMod val="75000"/>
                  </a:schemeClr>
                </a:solidFill>
              </a:rPr>
              <a:t>// Incorrect Type Inference: The dout variable is incorrectly inferred as decimal(64, 0) due to the improper handling of the minus operation.</a:t>
            </a:r>
          </a:p>
          <a:p>
            <a:r>
              <a:rPr lang="zh-CN" altLang="en-US">
                <a:solidFill>
                  <a:schemeClr val="accent4">
                    <a:lumMod val="75000"/>
                  </a:schemeClr>
                </a:solidFill>
              </a:rPr>
              <a:t>int dout </a:t>
            </a:r>
            <a:r>
              <a:rPr lang="zh-CN" altLang="en-US"/>
              <a:t>= Math.max(p1 - s1, p2 - s2);</a:t>
            </a:r>
            <a:endParaRPr lang="en-US" altLang="zh-CN"/>
          </a:p>
          <a:p>
            <a:r>
              <a:rPr lang="fr-FR" altLang="zh-CN"/>
              <a:t>dout = Math.min(dout, maxPrecision);</a:t>
            </a:r>
            <a:endParaRPr lang="en-US" altLang="zh-CN"/>
          </a:p>
          <a:p>
            <a:endParaRPr lang="en-US" altLang="zh-CN"/>
          </a:p>
          <a:p>
            <a:r>
              <a:rPr lang="en-US" altLang="zh-CN">
                <a:solidFill>
                  <a:schemeClr val="bg2">
                    <a:lumMod val="75000"/>
                  </a:schemeClr>
                </a:solidFill>
              </a:rPr>
              <a:t>// Type Merging Issue: In PolarDB, the type merging process gives priority to the integer part of the decimal type, while MySQL 8.0 prioritizes the fractional part (scale).</a:t>
            </a:r>
          </a:p>
          <a:p>
            <a:r>
              <a:rPr lang="zh-CN" altLang="en-US">
                <a:solidFill>
                  <a:schemeClr val="accent4">
                    <a:lumMod val="75000"/>
                  </a:schemeClr>
                </a:solidFill>
              </a:rPr>
              <a:t>int scale </a:t>
            </a:r>
            <a:r>
              <a:rPr lang="zh-CN" altLang="en-US"/>
              <a:t>= Math.max(s1, s2);</a:t>
            </a:r>
            <a:endParaRPr lang="en-US" altLang="zh-CN"/>
          </a:p>
          <a:p>
            <a:r>
              <a:rPr lang="fr-FR" altLang="zh-CN"/>
              <a:t>scale = Math.min(scale, maxPrecision - dout);</a:t>
            </a:r>
          </a:p>
          <a:p>
            <a:r>
              <a:rPr lang="fr-FR" altLang="zh-CN"/>
              <a:t>scale = Math.min(scale, maxScale);</a:t>
            </a:r>
            <a:endParaRPr lang="en-US" altLang="zh-CN"/>
          </a:p>
          <a:p>
            <a:endParaRPr lang="en-US" altLang="zh-CN"/>
          </a:p>
          <a:p>
            <a:r>
              <a:rPr lang="en-US" altLang="zh-CN">
                <a:solidFill>
                  <a:schemeClr val="bg2">
                    <a:lumMod val="75000"/>
                  </a:schemeClr>
                </a:solidFill>
              </a:rPr>
              <a:t>// Precision Loss: The incorrect type inference and merging process leads to the final precision calculation (dout + scale), resulting in lost precision.</a:t>
            </a:r>
          </a:p>
          <a:p>
            <a:r>
              <a:rPr lang="en-US" altLang="zh-CN">
                <a:solidFill>
                  <a:schemeClr val="accent4">
                    <a:lumMod val="75000"/>
                  </a:schemeClr>
                </a:solidFill>
              </a:rPr>
              <a:t>int precision </a:t>
            </a:r>
            <a:r>
              <a:rPr lang="en-US" altLang="zh-CN"/>
              <a:t>= dout + scale;</a:t>
            </a:r>
          </a:p>
          <a:p>
            <a:r>
              <a:rPr lang="en-US" altLang="zh-CN">
                <a:solidFill>
                  <a:srgbClr val="7030A0"/>
                </a:solidFill>
              </a:rPr>
              <a:t>assert</a:t>
            </a:r>
            <a:r>
              <a:rPr lang="en-US" altLang="zh-CN"/>
              <a:t> precision &lt;= maxPrecision;</a:t>
            </a:r>
          </a:p>
          <a:p>
            <a:r>
              <a:rPr lang="en-US" altLang="zh-CN">
                <a:solidFill>
                  <a:srgbClr val="7030A0"/>
                </a:solidFill>
              </a:rPr>
              <a:t>assert</a:t>
            </a:r>
            <a:r>
              <a:rPr lang="en-US" altLang="zh-CN"/>
              <a:t> precision &gt; </a:t>
            </a:r>
            <a:r>
              <a:rPr lang="en-US" altLang="zh-CN">
                <a:solidFill>
                  <a:schemeClr val="accent4">
                    <a:lumMod val="75000"/>
                  </a:schemeClr>
                </a:solidFill>
              </a:rPr>
              <a:t>0</a:t>
            </a:r>
          </a:p>
          <a:p>
            <a:r>
              <a:rPr lang="en-US" altLang="zh-CN"/>
              <a:t>    || (resultType.getSqlTypeName() == SqlTypeName.DECIMAL &amp;&amp; precision == </a:t>
            </a:r>
            <a:r>
              <a:rPr lang="en-US" altLang="zh-CN">
                <a:solidFill>
                  <a:schemeClr val="accent4">
                    <a:lumMod val="75000"/>
                  </a:schemeClr>
                </a:solidFill>
              </a:rPr>
              <a:t>0</a:t>
            </a:r>
            <a:r>
              <a:rPr lang="en-US" altLang="zh-CN"/>
              <a:t> &amp;&amp; scale == </a:t>
            </a:r>
            <a:r>
              <a:rPr lang="en-US" altLang="zh-CN">
                <a:solidFill>
                  <a:schemeClr val="accent4">
                    <a:lumMod val="75000"/>
                  </a:schemeClr>
                </a:solidFill>
              </a:rPr>
              <a:t>0</a:t>
            </a:r>
            <a:r>
              <a:rPr lang="en-US" altLang="zh-CN"/>
              <a:t>);</a:t>
            </a:r>
          </a:p>
          <a:p>
            <a:endParaRPr lang="en-US" altLang="zh-CN"/>
          </a:p>
          <a:p>
            <a:r>
              <a:rPr lang="en-US" altLang="zh-CN"/>
              <a:t>resultType = createSqlType(SqlTypeName.DECIMAL, precision, scale);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26779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13</TotalTime>
  <Words>202</Words>
  <Application>Microsoft Office PowerPoint</Application>
  <PresentationFormat>自定义</PresentationFormat>
  <Paragraphs>16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li lin</cp:lastModifiedBy>
  <cp:revision>7</cp:revision>
  <dcterms:created xsi:type="dcterms:W3CDTF">2023-08-09T12:44:00Z</dcterms:created>
  <dcterms:modified xsi:type="dcterms:W3CDTF">2026-02-08T02:25:51Z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