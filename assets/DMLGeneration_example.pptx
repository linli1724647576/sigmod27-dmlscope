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6" r:id="rId2"/>
  </p:sldIdLst>
  <p:sldSz cx="9671050" cy="5418138"/>
  <p:notesSz cx="6858000" cy="9144000"/>
  <p:defaultTextStyle>
    <a:defPPr>
      <a:defRPr lang="zh-CN"/>
    </a:defPPr>
    <a:lvl1pPr marL="0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1pPr>
    <a:lvl2pPr marL="425904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2pPr>
    <a:lvl3pPr marL="851810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3pPr>
    <a:lvl4pPr marL="1277715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4pPr>
    <a:lvl5pPr marL="1703619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5pPr>
    <a:lvl6pPr marL="2129523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6pPr>
    <a:lvl7pPr marL="2555429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7pPr>
    <a:lvl8pPr marL="2981333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8pPr>
    <a:lvl9pPr marL="3407238" algn="l" defTabSz="851810" rtl="0" eaLnBrk="1" latinLnBrk="0" hangingPunct="1">
      <a:defRPr sz="167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7" userDrawn="1">
          <p15:clr>
            <a:srgbClr val="A4A3A4"/>
          </p15:clr>
        </p15:guide>
        <p15:guide id="2" pos="30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主题样式 2 - 强调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396" y="1428"/>
      </p:cViewPr>
      <p:guideLst>
        <p:guide orient="horz" pos="1707"/>
        <p:guide pos="30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08881" y="886721"/>
            <a:ext cx="7253288" cy="1886315"/>
          </a:xfrm>
        </p:spPr>
        <p:txBody>
          <a:bodyPr anchor="b"/>
          <a:lstStyle>
            <a:lvl1pPr algn="ctr">
              <a:defRPr sz="493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08881" y="2845779"/>
            <a:ext cx="7253288" cy="1308129"/>
          </a:xfrm>
        </p:spPr>
        <p:txBody>
          <a:bodyPr/>
          <a:lstStyle>
            <a:lvl1pPr marL="0" indent="0" algn="ctr">
              <a:buNone/>
              <a:defRPr sz="1975"/>
            </a:lvl1pPr>
            <a:lvl2pPr marL="376184" indent="0" algn="ctr">
              <a:buNone/>
              <a:defRPr sz="1646"/>
            </a:lvl2pPr>
            <a:lvl3pPr marL="752368" indent="0" algn="ctr">
              <a:buNone/>
              <a:defRPr sz="1481"/>
            </a:lvl3pPr>
            <a:lvl4pPr marL="1128552" indent="0" algn="ctr">
              <a:buNone/>
              <a:defRPr sz="1316"/>
            </a:lvl4pPr>
            <a:lvl5pPr marL="1504737" indent="0" algn="ctr">
              <a:buNone/>
              <a:defRPr sz="1316"/>
            </a:lvl5pPr>
            <a:lvl6pPr marL="1880921" indent="0" algn="ctr">
              <a:buNone/>
              <a:defRPr sz="1316"/>
            </a:lvl6pPr>
            <a:lvl7pPr marL="2257105" indent="0" algn="ctr">
              <a:buNone/>
              <a:defRPr sz="1316"/>
            </a:lvl7pPr>
            <a:lvl8pPr marL="2633289" indent="0" algn="ctr">
              <a:buNone/>
              <a:defRPr sz="1316"/>
            </a:lvl8pPr>
            <a:lvl9pPr marL="3009473" indent="0" algn="ctr">
              <a:buNone/>
              <a:defRPr sz="1316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29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9848" y="1350774"/>
            <a:ext cx="8341281" cy="2253795"/>
          </a:xfrm>
        </p:spPr>
        <p:txBody>
          <a:bodyPr anchor="b"/>
          <a:lstStyle>
            <a:lvl1pPr>
              <a:defRPr sz="4937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9848" y="3625891"/>
            <a:ext cx="8341281" cy="1185217"/>
          </a:xfrm>
        </p:spPr>
        <p:txBody>
          <a:bodyPr/>
          <a:lstStyle>
            <a:lvl1pPr marL="0" indent="0">
              <a:buNone/>
              <a:defRPr sz="1975">
                <a:solidFill>
                  <a:schemeClr val="tx1">
                    <a:tint val="75000"/>
                  </a:schemeClr>
                </a:solidFill>
              </a:defRPr>
            </a:lvl1pPr>
            <a:lvl2pPr marL="376184" indent="0">
              <a:buNone/>
              <a:defRPr sz="1646">
                <a:solidFill>
                  <a:schemeClr val="tx1">
                    <a:tint val="75000"/>
                  </a:schemeClr>
                </a:solidFill>
              </a:defRPr>
            </a:lvl2pPr>
            <a:lvl3pPr marL="752368" indent="0">
              <a:buNone/>
              <a:defRPr sz="1481">
                <a:solidFill>
                  <a:schemeClr val="tx1">
                    <a:tint val="75000"/>
                  </a:schemeClr>
                </a:solidFill>
              </a:defRPr>
            </a:lvl3pPr>
            <a:lvl4pPr marL="1128552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4pPr>
            <a:lvl5pPr marL="1504737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5pPr>
            <a:lvl6pPr marL="1880921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6pPr>
            <a:lvl7pPr marL="2257105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7pPr>
            <a:lvl8pPr marL="2633289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8pPr>
            <a:lvl9pPr marL="3009473" indent="0">
              <a:buNone/>
              <a:defRPr sz="131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46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4885" y="1442330"/>
            <a:ext cx="4110197" cy="34377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95970" y="1442330"/>
            <a:ext cx="4110197" cy="34377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162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144" y="288467"/>
            <a:ext cx="8341281" cy="10472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6144" y="1328198"/>
            <a:ext cx="4091308" cy="650929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184" indent="0">
              <a:buNone/>
              <a:defRPr sz="1646" b="1"/>
            </a:lvl2pPr>
            <a:lvl3pPr marL="752368" indent="0">
              <a:buNone/>
              <a:defRPr sz="1481" b="1"/>
            </a:lvl3pPr>
            <a:lvl4pPr marL="1128552" indent="0">
              <a:buNone/>
              <a:defRPr sz="1316" b="1"/>
            </a:lvl4pPr>
            <a:lvl5pPr marL="1504737" indent="0">
              <a:buNone/>
              <a:defRPr sz="1316" b="1"/>
            </a:lvl5pPr>
            <a:lvl6pPr marL="1880921" indent="0">
              <a:buNone/>
              <a:defRPr sz="1316" b="1"/>
            </a:lvl6pPr>
            <a:lvl7pPr marL="2257105" indent="0">
              <a:buNone/>
              <a:defRPr sz="1316" b="1"/>
            </a:lvl7pPr>
            <a:lvl8pPr marL="2633289" indent="0">
              <a:buNone/>
              <a:defRPr sz="1316" b="1"/>
            </a:lvl8pPr>
            <a:lvl9pPr marL="3009473" indent="0">
              <a:buNone/>
              <a:defRPr sz="13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6144" y="1979126"/>
            <a:ext cx="4091308" cy="29109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895970" y="1328198"/>
            <a:ext cx="4111456" cy="650929"/>
          </a:xfrm>
        </p:spPr>
        <p:txBody>
          <a:bodyPr anchor="b"/>
          <a:lstStyle>
            <a:lvl1pPr marL="0" indent="0">
              <a:buNone/>
              <a:defRPr sz="1975" b="1"/>
            </a:lvl1pPr>
            <a:lvl2pPr marL="376184" indent="0">
              <a:buNone/>
              <a:defRPr sz="1646" b="1"/>
            </a:lvl2pPr>
            <a:lvl3pPr marL="752368" indent="0">
              <a:buNone/>
              <a:defRPr sz="1481" b="1"/>
            </a:lvl3pPr>
            <a:lvl4pPr marL="1128552" indent="0">
              <a:buNone/>
              <a:defRPr sz="1316" b="1"/>
            </a:lvl4pPr>
            <a:lvl5pPr marL="1504737" indent="0">
              <a:buNone/>
              <a:defRPr sz="1316" b="1"/>
            </a:lvl5pPr>
            <a:lvl6pPr marL="1880921" indent="0">
              <a:buNone/>
              <a:defRPr sz="1316" b="1"/>
            </a:lvl6pPr>
            <a:lvl7pPr marL="2257105" indent="0">
              <a:buNone/>
              <a:defRPr sz="1316" b="1"/>
            </a:lvl7pPr>
            <a:lvl8pPr marL="2633289" indent="0">
              <a:buNone/>
              <a:defRPr sz="1316" b="1"/>
            </a:lvl8pPr>
            <a:lvl9pPr marL="3009473" indent="0">
              <a:buNone/>
              <a:defRPr sz="13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95970" y="1979126"/>
            <a:ext cx="4111456" cy="29109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140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35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145" y="361210"/>
            <a:ext cx="3119165" cy="1264233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11456" y="780114"/>
            <a:ext cx="4895969" cy="3850389"/>
          </a:xfrm>
        </p:spPr>
        <p:txBody>
          <a:bodyPr/>
          <a:lstStyle>
            <a:lvl1pPr>
              <a:defRPr sz="2633"/>
            </a:lvl1pPr>
            <a:lvl2pPr>
              <a:defRPr sz="2304"/>
            </a:lvl2pPr>
            <a:lvl3pPr>
              <a:defRPr sz="1975"/>
            </a:lvl3pPr>
            <a:lvl4pPr>
              <a:defRPr sz="1646"/>
            </a:lvl4pPr>
            <a:lvl5pPr>
              <a:defRPr sz="1646"/>
            </a:lvl5pPr>
            <a:lvl6pPr>
              <a:defRPr sz="1646"/>
            </a:lvl6pPr>
            <a:lvl7pPr>
              <a:defRPr sz="1646"/>
            </a:lvl7pPr>
            <a:lvl8pPr>
              <a:defRPr sz="1646"/>
            </a:lvl8pPr>
            <a:lvl9pPr>
              <a:defRPr sz="164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6145" y="1625444"/>
            <a:ext cx="3119165" cy="3011331"/>
          </a:xfrm>
        </p:spPr>
        <p:txBody>
          <a:bodyPr/>
          <a:lstStyle>
            <a:lvl1pPr marL="0" indent="0">
              <a:buNone/>
              <a:defRPr sz="1316"/>
            </a:lvl1pPr>
            <a:lvl2pPr marL="376184" indent="0">
              <a:buNone/>
              <a:defRPr sz="1152"/>
            </a:lvl2pPr>
            <a:lvl3pPr marL="752368" indent="0">
              <a:buNone/>
              <a:defRPr sz="987"/>
            </a:lvl3pPr>
            <a:lvl4pPr marL="1128552" indent="0">
              <a:buNone/>
              <a:defRPr sz="823"/>
            </a:lvl4pPr>
            <a:lvl5pPr marL="1504737" indent="0">
              <a:buNone/>
              <a:defRPr sz="823"/>
            </a:lvl5pPr>
            <a:lvl6pPr marL="1880921" indent="0">
              <a:buNone/>
              <a:defRPr sz="823"/>
            </a:lvl6pPr>
            <a:lvl7pPr marL="2257105" indent="0">
              <a:buNone/>
              <a:defRPr sz="823"/>
            </a:lvl7pPr>
            <a:lvl8pPr marL="2633289" indent="0">
              <a:buNone/>
              <a:defRPr sz="823"/>
            </a:lvl8pPr>
            <a:lvl9pPr marL="3009473" indent="0">
              <a:buNone/>
              <a:defRPr sz="8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83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6145" y="361210"/>
            <a:ext cx="3119165" cy="1264233"/>
          </a:xfrm>
        </p:spPr>
        <p:txBody>
          <a:bodyPr anchor="b"/>
          <a:lstStyle>
            <a:lvl1pPr>
              <a:defRPr sz="263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111456" y="780114"/>
            <a:ext cx="4895969" cy="3850389"/>
          </a:xfrm>
        </p:spPr>
        <p:txBody>
          <a:bodyPr/>
          <a:lstStyle>
            <a:lvl1pPr marL="0" indent="0">
              <a:buNone/>
              <a:defRPr sz="2633"/>
            </a:lvl1pPr>
            <a:lvl2pPr marL="376184" indent="0">
              <a:buNone/>
              <a:defRPr sz="2304"/>
            </a:lvl2pPr>
            <a:lvl3pPr marL="752368" indent="0">
              <a:buNone/>
              <a:defRPr sz="1975"/>
            </a:lvl3pPr>
            <a:lvl4pPr marL="1128552" indent="0">
              <a:buNone/>
              <a:defRPr sz="1646"/>
            </a:lvl4pPr>
            <a:lvl5pPr marL="1504737" indent="0">
              <a:buNone/>
              <a:defRPr sz="1646"/>
            </a:lvl5pPr>
            <a:lvl6pPr marL="1880921" indent="0">
              <a:buNone/>
              <a:defRPr sz="1646"/>
            </a:lvl6pPr>
            <a:lvl7pPr marL="2257105" indent="0">
              <a:buNone/>
              <a:defRPr sz="1646"/>
            </a:lvl7pPr>
            <a:lvl8pPr marL="2633289" indent="0">
              <a:buNone/>
              <a:defRPr sz="1646"/>
            </a:lvl8pPr>
            <a:lvl9pPr marL="3009473" indent="0">
              <a:buNone/>
              <a:defRPr sz="1646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6145" y="1625444"/>
            <a:ext cx="3119165" cy="3011331"/>
          </a:xfrm>
        </p:spPr>
        <p:txBody>
          <a:bodyPr/>
          <a:lstStyle>
            <a:lvl1pPr marL="0" indent="0">
              <a:buNone/>
              <a:defRPr sz="1316"/>
            </a:lvl1pPr>
            <a:lvl2pPr marL="376184" indent="0">
              <a:buNone/>
              <a:defRPr sz="1152"/>
            </a:lvl2pPr>
            <a:lvl3pPr marL="752368" indent="0">
              <a:buNone/>
              <a:defRPr sz="987"/>
            </a:lvl3pPr>
            <a:lvl4pPr marL="1128552" indent="0">
              <a:buNone/>
              <a:defRPr sz="823"/>
            </a:lvl4pPr>
            <a:lvl5pPr marL="1504737" indent="0">
              <a:buNone/>
              <a:defRPr sz="823"/>
            </a:lvl5pPr>
            <a:lvl6pPr marL="1880921" indent="0">
              <a:buNone/>
              <a:defRPr sz="823"/>
            </a:lvl6pPr>
            <a:lvl7pPr marL="2257105" indent="0">
              <a:buNone/>
              <a:defRPr sz="823"/>
            </a:lvl7pPr>
            <a:lvl8pPr marL="2633289" indent="0">
              <a:buNone/>
              <a:defRPr sz="823"/>
            </a:lvl8pPr>
            <a:lvl9pPr marL="3009473" indent="0">
              <a:buNone/>
              <a:defRPr sz="82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86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37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20846" y="288465"/>
            <a:ext cx="2085320" cy="459162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4884" y="288465"/>
            <a:ext cx="6135073" cy="459162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2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4886" y="288467"/>
            <a:ext cx="8341281" cy="1047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4886" y="1442330"/>
            <a:ext cx="8341281" cy="3437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4886" y="5021812"/>
            <a:ext cx="2175986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03537" y="5021812"/>
            <a:ext cx="3263979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30179" y="5021812"/>
            <a:ext cx="2175986" cy="2884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97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2368" rtl="0" eaLnBrk="1" latinLnBrk="0" hangingPunct="1">
        <a:lnSpc>
          <a:spcPct val="90000"/>
        </a:lnSpc>
        <a:spcBef>
          <a:spcPct val="0"/>
        </a:spcBef>
        <a:buNone/>
        <a:defRPr sz="3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092" indent="-188092" algn="l" defTabSz="752368" rtl="0" eaLnBrk="1" latinLnBrk="0" hangingPunct="1">
        <a:lnSpc>
          <a:spcPct val="90000"/>
        </a:lnSpc>
        <a:spcBef>
          <a:spcPts val="823"/>
        </a:spcBef>
        <a:buFont typeface="Arial" panose="020B0604020202020204" pitchFamily="34" charset="0"/>
        <a:buChar char="•"/>
        <a:defRPr sz="2304" kern="1200">
          <a:solidFill>
            <a:schemeClr val="tx1"/>
          </a:solidFill>
          <a:latin typeface="+mn-lt"/>
          <a:ea typeface="+mn-ea"/>
          <a:cs typeface="+mn-cs"/>
        </a:defRPr>
      </a:lvl1pPr>
      <a:lvl2pPr marL="564276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940460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646" kern="1200">
          <a:solidFill>
            <a:schemeClr val="tx1"/>
          </a:solidFill>
          <a:latin typeface="+mn-lt"/>
          <a:ea typeface="+mn-ea"/>
          <a:cs typeface="+mn-cs"/>
        </a:defRPr>
      </a:lvl3pPr>
      <a:lvl4pPr marL="1316645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692829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2069013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445197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821381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197565" indent="-188092" algn="l" defTabSz="752368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4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1pPr>
      <a:lvl2pPr marL="376184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2pPr>
      <a:lvl3pPr marL="752368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3pPr>
      <a:lvl4pPr marL="1128552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4pPr>
      <a:lvl5pPr marL="1504737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5pPr>
      <a:lvl6pPr marL="1880921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6pPr>
      <a:lvl7pPr marL="2257105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7pPr>
      <a:lvl8pPr marL="2633289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8pPr>
      <a:lvl9pPr marL="3009473" algn="l" defTabSz="752368" rtl="0" eaLnBrk="1" latinLnBrk="0" hangingPunct="1">
        <a:defRPr sz="14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B5CB8186-C121-1D04-9306-D219C158AA89}"/>
              </a:ext>
            </a:extLst>
          </p:cNvPr>
          <p:cNvSpPr/>
          <p:nvPr/>
        </p:nvSpPr>
        <p:spPr>
          <a:xfrm>
            <a:off x="6693710" y="320725"/>
            <a:ext cx="2671033" cy="2972608"/>
          </a:xfrm>
          <a:prstGeom prst="roundRect">
            <a:avLst>
              <a:gd name="adj" fmla="val 682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D458602C-7162-03F9-3D5A-FA0E8A1BF6DB}"/>
              </a:ext>
            </a:extLst>
          </p:cNvPr>
          <p:cNvSpPr/>
          <p:nvPr/>
        </p:nvSpPr>
        <p:spPr>
          <a:xfrm>
            <a:off x="3262850" y="322608"/>
            <a:ext cx="3176839" cy="5011032"/>
          </a:xfrm>
          <a:prstGeom prst="roundRect">
            <a:avLst>
              <a:gd name="adj" fmla="val 6825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FEE9A85-ACD6-4F02-A98F-81ADE7916196}"/>
              </a:ext>
            </a:extLst>
          </p:cNvPr>
          <p:cNvSpPr/>
          <p:nvPr/>
        </p:nvSpPr>
        <p:spPr>
          <a:xfrm>
            <a:off x="273627" y="1492557"/>
            <a:ext cx="2630805" cy="2587685"/>
          </a:xfrm>
          <a:prstGeom prst="roundRect">
            <a:avLst>
              <a:gd name="adj" fmla="val 6825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18">
                <a:extLst>
                  <a:ext uri="{FF2B5EF4-FFF2-40B4-BE49-F238E27FC236}">
                    <a16:creationId xmlns:a16="http://schemas.microsoft.com/office/drawing/2014/main" id="{E0F29BB7-43CC-1CF8-8EB8-144669B792C4}"/>
                  </a:ext>
                </a:extLst>
              </p:cNvPr>
              <p:cNvSpPr txBox="1"/>
              <p:nvPr/>
            </p:nvSpPr>
            <p:spPr>
              <a:xfrm>
                <a:off x="441047" y="2413258"/>
                <a:ext cx="2206930" cy="1529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b="1"/>
                  <a:t>UPDATE</a:t>
                </a:r>
                <a:r>
                  <a:rPr lang="en-US" altLang="zh-CN"/>
                  <a:t> </a:t>
                </a:r>
                <a:r>
                  <a:rPr lang="en-US" altLang="zh-CN">
                    <a:solidFill>
                      <a:schemeClr val="accent1">
                        <a:lumMod val="75000"/>
                      </a:schemeClr>
                    </a:solidFill>
                  </a:rPr>
                  <a:t>&lt;T&gt;</a:t>
                </a:r>
                <a:r>
                  <a:rPr lang="en-US" altLang="zh-CN"/>
                  <a:t> </a:t>
                </a:r>
              </a:p>
              <a:p>
                <a:pPr indent="457200">
                  <a:lnSpc>
                    <a:spcPct val="130000"/>
                  </a:lnSpc>
                </a:pPr>
                <a:r>
                  <a:rPr lang="en-US" altLang="zh-CN" b="1"/>
                  <a:t>INNER JOIN</a:t>
                </a:r>
                <a:r>
                  <a:rPr lang="en-US" altLang="zh-CN"/>
                  <a:t> </a:t>
                </a:r>
                <a:r>
                  <a:rPr lang="en-US" altLang="zh-CN">
                    <a:solidFill>
                      <a:schemeClr val="accent1">
                        <a:lumMod val="75000"/>
                      </a:schemeClr>
                    </a:solidFill>
                  </a:rPr>
                  <a:t>&lt;R&gt;</a:t>
                </a:r>
                <a:endParaRPr lang="en-US" altLang="zh-CN"/>
              </a:p>
              <a:p>
                <a:pPr indent="457200">
                  <a:lnSpc>
                    <a:spcPct val="130000"/>
                  </a:lnSpc>
                </a:pPr>
                <a:r>
                  <a:rPr lang="en-US" altLang="zh-CN" b="1"/>
                  <a:t>ON</a:t>
                </a:r>
                <a:r>
                  <a:rPr lang="en-US" altLang="zh-CN">
                    <a:solidFill>
                      <a:schemeClr val="accent2">
                        <a:lumMod val="50000"/>
                      </a:schemeClr>
                    </a:solidFill>
                  </a:rPr>
                  <a:t> &lt;pred_slot&gt;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b="1">
                    <a:sym typeface="+mn-ea"/>
                  </a:rPr>
                  <a:t>SET</a:t>
                </a:r>
                <a:r>
                  <a:rPr lang="en-US" altLang="zh-CN">
                    <a:solidFill>
                      <a:schemeClr val="accent3">
                        <a:lumMod val="75000"/>
                      </a:schemeClr>
                    </a:solidFill>
                    <a:sym typeface="+mn-ea"/>
                  </a:rPr>
                  <a:t> 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accent3">
                        <a:lumMod val="75000"/>
                      </a:schemeClr>
                    </a:solidFill>
                    <a:sym typeface="+mn-ea"/>
                  </a:rPr>
                  <a:t>&gt; </a:t>
                </a:r>
                <a:r>
                  <a:rPr lang="en-US" altLang="zh-CN">
                    <a:sym typeface="+mn-ea"/>
                  </a:rPr>
                  <a:t>= </a:t>
                </a:r>
                <a:r>
                  <a:rPr lang="en-US" altLang="zh-CN">
                    <a:solidFill>
                      <a:schemeClr val="accent3">
                        <a:lumMod val="75000"/>
                      </a:schemeClr>
                    </a:solidFill>
                    <a:sym typeface="+mn-ea"/>
                  </a:rPr>
                  <a:t>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>
                    <a:solidFill>
                      <a:schemeClr val="accent3">
                        <a:lumMod val="75000"/>
                      </a:schemeClr>
                    </a:solidFill>
                    <a:sym typeface="+mn-ea"/>
                  </a:rPr>
                  <a:t>&gt;</a:t>
                </a:r>
                <a:r>
                  <a:rPr lang="en-US" altLang="zh-CN">
                    <a:sym typeface="+mn-ea"/>
                  </a:rPr>
                  <a:t> </a:t>
                </a:r>
                <a:endParaRPr lang="en-US" altLang="zh-CN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文本框 18">
                <a:extLst>
                  <a:ext uri="{FF2B5EF4-FFF2-40B4-BE49-F238E27FC236}">
                    <a16:creationId xmlns:a16="http://schemas.microsoft.com/office/drawing/2014/main" id="{E0F29BB7-43CC-1CF8-8EB8-144669B79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47" y="2413258"/>
                <a:ext cx="2206930" cy="1529715"/>
              </a:xfrm>
              <a:prstGeom prst="rect">
                <a:avLst/>
              </a:prstGeom>
              <a:blipFill>
                <a:blip r:embed="rId8"/>
                <a:stretch>
                  <a:fillRect l="-2210" b="-3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38">
            <a:extLst>
              <a:ext uri="{FF2B5EF4-FFF2-40B4-BE49-F238E27FC236}">
                <a16:creationId xmlns:a16="http://schemas.microsoft.com/office/drawing/2014/main" id="{103A180C-DC8D-2E28-F925-22D5A29AAFEC}"/>
              </a:ext>
            </a:extLst>
          </p:cNvPr>
          <p:cNvSpPr txBox="1"/>
          <p:nvPr/>
        </p:nvSpPr>
        <p:spPr>
          <a:xfrm>
            <a:off x="3370780" y="618902"/>
            <a:ext cx="2089323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highlight>
                  <a:srgbClr val="FFFF00"/>
                </a:highlight>
                <a:latin typeface="Calibri" panose="020F0502020204030204" charset="0"/>
              </a:rPr>
              <a:t>②</a:t>
            </a:r>
            <a:r>
              <a:rPr lang="en-US" altLang="zh-CN">
                <a:highlight>
                  <a:srgbClr val="FFFF00"/>
                </a:highlight>
                <a:latin typeface="Calibri" panose="020F0502020204030204" charset="0"/>
              </a:rPr>
              <a:t> Slot filling (Table)</a:t>
            </a:r>
          </a:p>
        </p:txBody>
      </p:sp>
      <p:sp>
        <p:nvSpPr>
          <p:cNvPr id="15" name="文本框 39">
            <a:extLst>
              <a:ext uri="{FF2B5EF4-FFF2-40B4-BE49-F238E27FC236}">
                <a16:creationId xmlns:a16="http://schemas.microsoft.com/office/drawing/2014/main" id="{25152C7D-5087-BBD1-F60D-466DBF2367E5}"/>
              </a:ext>
            </a:extLst>
          </p:cNvPr>
          <p:cNvSpPr txBox="1"/>
          <p:nvPr/>
        </p:nvSpPr>
        <p:spPr>
          <a:xfrm>
            <a:off x="270452" y="1572300"/>
            <a:ext cx="130946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highlight>
                  <a:srgbClr val="00FF00"/>
                </a:highlight>
                <a:latin typeface="Calibri" panose="020F0502020204030204" charset="0"/>
              </a:rPr>
              <a:t>①</a:t>
            </a:r>
            <a:r>
              <a:rPr lang="en-US" altLang="zh-CN">
                <a:highlight>
                  <a:srgbClr val="00FF00"/>
                </a:highlight>
                <a:latin typeface="Calibri" panose="020F0502020204030204" charset="0"/>
              </a:rPr>
              <a:t>Build Slot</a:t>
            </a:r>
          </a:p>
        </p:txBody>
      </p:sp>
      <p:sp>
        <p:nvSpPr>
          <p:cNvPr id="36" name="圆角矩形 41">
            <a:extLst>
              <a:ext uri="{FF2B5EF4-FFF2-40B4-BE49-F238E27FC236}">
                <a16:creationId xmlns:a16="http://schemas.microsoft.com/office/drawing/2014/main" id="{E50E1497-C4EA-06A7-5730-8E1DC88E192E}"/>
              </a:ext>
            </a:extLst>
          </p:cNvPr>
          <p:cNvSpPr/>
          <p:nvPr/>
        </p:nvSpPr>
        <p:spPr>
          <a:xfrm>
            <a:off x="3478687" y="4511722"/>
            <a:ext cx="1285266" cy="407102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文本框 47">
            <a:extLst>
              <a:ext uri="{FF2B5EF4-FFF2-40B4-BE49-F238E27FC236}">
                <a16:creationId xmlns:a16="http://schemas.microsoft.com/office/drawing/2014/main" id="{11B84014-0F3C-D234-3F2B-479E8D565E64}"/>
              </a:ext>
            </a:extLst>
          </p:cNvPr>
          <p:cNvSpPr txBox="1"/>
          <p:nvPr/>
        </p:nvSpPr>
        <p:spPr>
          <a:xfrm>
            <a:off x="3370780" y="2320970"/>
            <a:ext cx="2215515" cy="3455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highlight>
                  <a:srgbClr val="FFFF00"/>
                </a:highlight>
                <a:latin typeface="Calibri" panose="020F0502020204030204" charset="0"/>
              </a:rPr>
              <a:t>③ Slot filling(Column)</a:t>
            </a:r>
          </a:p>
        </p:txBody>
      </p:sp>
      <p:sp>
        <p:nvSpPr>
          <p:cNvPr id="22" name="文本框 48">
            <a:extLst>
              <a:ext uri="{FF2B5EF4-FFF2-40B4-BE49-F238E27FC236}">
                <a16:creationId xmlns:a16="http://schemas.microsoft.com/office/drawing/2014/main" id="{4D3B8520-A793-F960-7E22-2B4F9457421D}"/>
              </a:ext>
            </a:extLst>
          </p:cNvPr>
          <p:cNvSpPr txBox="1"/>
          <p:nvPr/>
        </p:nvSpPr>
        <p:spPr>
          <a:xfrm>
            <a:off x="3370775" y="4036008"/>
            <a:ext cx="2346960" cy="445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highlight>
                  <a:srgbClr val="FFFF00"/>
                </a:highlight>
                <a:latin typeface="Calibri" panose="020F0502020204030204" charset="0"/>
              </a:rPr>
              <a:t>④ Slot filling(Predicate)</a:t>
            </a:r>
          </a:p>
        </p:txBody>
      </p:sp>
      <p:sp>
        <p:nvSpPr>
          <p:cNvPr id="23" name="文本框 50">
            <a:extLst>
              <a:ext uri="{FF2B5EF4-FFF2-40B4-BE49-F238E27FC236}">
                <a16:creationId xmlns:a16="http://schemas.microsoft.com/office/drawing/2014/main" id="{AF4924FB-74EA-AFB1-C308-18546ACB2778}"/>
              </a:ext>
            </a:extLst>
          </p:cNvPr>
          <p:cNvSpPr txBox="1"/>
          <p:nvPr/>
        </p:nvSpPr>
        <p:spPr>
          <a:xfrm>
            <a:off x="273625" y="950635"/>
            <a:ext cx="2630805" cy="5847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i="1">
                <a:solidFill>
                  <a:schemeClr val="bg1">
                    <a:lumMod val="95000"/>
                  </a:schemeClr>
                </a:solidFill>
              </a:rPr>
              <a:t>Grammar-guided structure generation</a:t>
            </a:r>
          </a:p>
        </p:txBody>
      </p:sp>
      <p:sp>
        <p:nvSpPr>
          <p:cNvPr id="25" name="圆角矩形 53">
            <a:extLst>
              <a:ext uri="{FF2B5EF4-FFF2-40B4-BE49-F238E27FC236}">
                <a16:creationId xmlns:a16="http://schemas.microsoft.com/office/drawing/2014/main" id="{5ADA19C8-0392-6EAC-148F-0C245A96CA88}"/>
              </a:ext>
            </a:extLst>
          </p:cNvPr>
          <p:cNvSpPr/>
          <p:nvPr/>
        </p:nvSpPr>
        <p:spPr>
          <a:xfrm>
            <a:off x="6693093" y="3565271"/>
            <a:ext cx="2671650" cy="1713368"/>
          </a:xfrm>
          <a:prstGeom prst="roundRect">
            <a:avLst>
              <a:gd name="adj" fmla="val 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6" name="文本框 52">
            <a:extLst>
              <a:ext uri="{FF2B5EF4-FFF2-40B4-BE49-F238E27FC236}">
                <a16:creationId xmlns:a16="http://schemas.microsoft.com/office/drawing/2014/main" id="{E60B0801-8579-1656-FC34-271474CE22C0}"/>
              </a:ext>
            </a:extLst>
          </p:cNvPr>
          <p:cNvSpPr txBox="1"/>
          <p:nvPr/>
        </p:nvSpPr>
        <p:spPr>
          <a:xfrm>
            <a:off x="6848668" y="3814740"/>
            <a:ext cx="231140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1"/>
              <a:t>UPDATE</a:t>
            </a:r>
            <a:r>
              <a:rPr lang="en-US" altLang="zh-CN"/>
              <a:t> t1 </a:t>
            </a:r>
          </a:p>
          <a:p>
            <a:pPr indent="457200">
              <a:lnSpc>
                <a:spcPct val="120000"/>
              </a:lnSpc>
            </a:pPr>
            <a:r>
              <a:rPr lang="en-US" altLang="zh-CN" b="1">
                <a:sym typeface="+mn-ea"/>
              </a:rPr>
              <a:t>INNER JOIN</a:t>
            </a:r>
            <a:r>
              <a:rPr lang="en-US" altLang="zh-CN">
                <a:sym typeface="+mn-ea"/>
              </a:rPr>
              <a:t> t2</a:t>
            </a:r>
            <a:endParaRPr lang="en-US" altLang="zh-CN"/>
          </a:p>
          <a:p>
            <a:pPr indent="457200">
              <a:lnSpc>
                <a:spcPct val="120000"/>
              </a:lnSpc>
            </a:pPr>
            <a:r>
              <a:rPr lang="en-US" altLang="zh-CN" b="1">
                <a:sym typeface="+mn-ea"/>
              </a:rPr>
              <a:t>ON</a:t>
            </a:r>
            <a:r>
              <a:rPr lang="en-US" altLang="zh-CN">
                <a:sym typeface="+mn-ea"/>
              </a:rPr>
              <a:t> t1.c1=t2.c1</a:t>
            </a:r>
            <a:endParaRPr lang="en-US" altLang="zh-CN"/>
          </a:p>
          <a:p>
            <a:pPr>
              <a:lnSpc>
                <a:spcPct val="120000"/>
              </a:lnSpc>
            </a:pPr>
            <a:r>
              <a:rPr lang="en-US" altLang="zh-CN" b="1"/>
              <a:t>SET</a:t>
            </a:r>
            <a:r>
              <a:rPr lang="en-US" altLang="zh-CN"/>
              <a:t> t1.c2=t2.c2</a:t>
            </a:r>
          </a:p>
        </p:txBody>
      </p:sp>
      <p:sp>
        <p:nvSpPr>
          <p:cNvPr id="34" name="文本框 20">
            <a:extLst>
              <a:ext uri="{FF2B5EF4-FFF2-40B4-BE49-F238E27FC236}">
                <a16:creationId xmlns:a16="http://schemas.microsoft.com/office/drawing/2014/main" id="{763AA666-3136-EA35-F821-B4E36273ACE5}"/>
              </a:ext>
            </a:extLst>
          </p:cNvPr>
          <p:cNvSpPr txBox="1"/>
          <p:nvPr/>
        </p:nvSpPr>
        <p:spPr>
          <a:xfrm>
            <a:off x="7674188" y="1711324"/>
            <a:ext cx="1311275" cy="1707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/>
              <a:t>FK  Const</a:t>
            </a: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B0851C38-9FCB-567F-FEA5-894F55A4D478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8057140"/>
              </p:ext>
            </p:extLst>
          </p:nvPr>
        </p:nvGraphicFramePr>
        <p:xfrm>
          <a:off x="7485554" y="609639"/>
          <a:ext cx="14150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 (PK)</a:t>
                      </a:r>
                    </a:p>
                  </a:txBody>
                  <a:tcPr>
                    <a:solidFill>
                      <a:srgbClr val="D6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7E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10</a:t>
                      </a:r>
                    </a:p>
                  </a:txBody>
                  <a:tcPr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25B88514-B491-32EA-5D4A-4173E578C95E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7017658"/>
              </p:ext>
            </p:extLst>
          </p:nvPr>
        </p:nvGraphicFramePr>
        <p:xfrm>
          <a:off x="6951590" y="612215"/>
          <a:ext cx="557939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t1</a:t>
                      </a:r>
                    </a:p>
                  </a:txBody>
                  <a:tcPr>
                    <a:solidFill>
                      <a:srgbClr val="045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表格 76">
            <a:extLst>
              <a:ext uri="{FF2B5EF4-FFF2-40B4-BE49-F238E27FC236}">
                <a16:creationId xmlns:a16="http://schemas.microsoft.com/office/drawing/2014/main" id="{95F4EEFB-6BD3-D6CB-9D36-9023C5FDA7EB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71405262"/>
              </p:ext>
            </p:extLst>
          </p:nvPr>
        </p:nvGraphicFramePr>
        <p:xfrm>
          <a:off x="7485554" y="2087718"/>
          <a:ext cx="14150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 (FK)</a:t>
                      </a:r>
                    </a:p>
                  </a:txBody>
                  <a:tcPr>
                    <a:solidFill>
                      <a:srgbClr val="D6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>
                    <a:solidFill>
                      <a:srgbClr val="D7E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</a:t>
                      </a:r>
                    </a:p>
                  </a:txBody>
                  <a:tcPr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30</a:t>
                      </a:r>
                    </a:p>
                  </a:txBody>
                  <a:tcPr>
                    <a:solidFill>
                      <a:srgbClr val="F7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40</a:t>
                      </a:r>
                    </a:p>
                  </a:txBody>
                  <a:tcPr>
                    <a:solidFill>
                      <a:srgbClr val="F8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8" name="表格 77">
            <a:extLst>
              <a:ext uri="{FF2B5EF4-FFF2-40B4-BE49-F238E27FC236}">
                <a16:creationId xmlns:a16="http://schemas.microsoft.com/office/drawing/2014/main" id="{DEB76160-EBD3-7865-BEE6-5FE1A36F3B13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163571128"/>
              </p:ext>
            </p:extLst>
          </p:nvPr>
        </p:nvGraphicFramePr>
        <p:xfrm>
          <a:off x="6938786" y="2074556"/>
          <a:ext cx="557939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t2</a:t>
                      </a:r>
                    </a:p>
                  </a:txBody>
                  <a:tcPr>
                    <a:solidFill>
                      <a:srgbClr val="045F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F7447D49-6BA2-A78C-9622-FAE0A9719CE7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680831679"/>
              </p:ext>
            </p:extLst>
          </p:nvPr>
        </p:nvGraphicFramePr>
        <p:xfrm>
          <a:off x="3470071" y="1036272"/>
          <a:ext cx="2588193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0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Filter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&lt;T&gt;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t1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2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&lt;R&gt;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t2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8" name="表格 97">
                <a:extLst>
                  <a:ext uri="{FF2B5EF4-FFF2-40B4-BE49-F238E27FC236}">
                    <a16:creationId xmlns:a16="http://schemas.microsoft.com/office/drawing/2014/main" id="{827A4B57-5C18-334F-464C-B4DB51D13788}"/>
                  </a:ext>
                </a:extLst>
              </p:cNvPr>
              <p:cNvGraphicFramePr/>
              <p:nvPr>
                <p:custDataLst>
                  <p:tags r:id="rId6"/>
                </p:custDataLst>
                <p:extLst>
                  <p:ext uri="{D42A27DB-BD31-4B8C-83A1-F6EECF244321}">
                    <p14:modId xmlns:p14="http://schemas.microsoft.com/office/powerpoint/2010/main" val="464860567"/>
                  </p:ext>
                </p:extLst>
              </p:nvPr>
            </p:nvGraphicFramePr>
            <p:xfrm>
              <a:off x="3461240" y="2717567"/>
              <a:ext cx="2588193" cy="914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3080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7021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</a:rPr>
                            <a:t>Slot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</a:rPr>
                            <a:t>Filter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021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sym typeface="+mn-ea"/>
                            </a:rPr>
                            <a:t>&lt;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𝑐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sym typeface="+mn-ea"/>
                            </a:rPr>
                            <a:t>&gt; </a:t>
                          </a:r>
                          <a:endParaRPr lang="en-US" altLang="zh-CN" sz="1400">
                            <a:ln>
                              <a:noFill/>
                            </a:ln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</a:rPr>
                            <a:t>t1.c2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021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sym typeface="+mn-ea"/>
                            </a:rPr>
                            <a:t>&lt;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微软雅黑" panose="020B0503020204020204" charset="-122"/>
                                      <a:cs typeface="Cambria Math" panose="02040503050406030204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chemeClr val="accent3">
                                          <a:lumMod val="75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𝑠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40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sym typeface="+mn-ea"/>
                            </a:rPr>
                            <a:t>&gt;</a:t>
                          </a:r>
                          <a:r>
                            <a:rPr lang="en-US" altLang="zh-CN" sz="1400">
                              <a:sym typeface="+mn-ea"/>
                            </a:rPr>
                            <a:t> </a:t>
                          </a:r>
                          <a:endParaRPr lang="en-US" altLang="zh-CN" sz="1400">
                            <a:ln>
                              <a:noFill/>
                            </a:ln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</a:rPr>
                            <a:t>t2.c2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8" name="表格 97">
                <a:extLst>
                  <a:ext uri="{FF2B5EF4-FFF2-40B4-BE49-F238E27FC236}">
                    <a16:creationId xmlns:a16="http://schemas.microsoft.com/office/drawing/2014/main" id="{827A4B57-5C18-334F-464C-B4DB51D13788}"/>
                  </a:ext>
                </a:extLst>
              </p:cNvPr>
              <p:cNvGraphicFramePr/>
              <p:nvPr>
                <p:custDataLst>
                  <p:tags r:id="rId6"/>
                </p:custDataLst>
                <p:extLst>
                  <p:ext uri="{D42A27DB-BD31-4B8C-83A1-F6EECF244321}">
                    <p14:modId xmlns:p14="http://schemas.microsoft.com/office/powerpoint/2010/main" val="464860567"/>
                  </p:ext>
                </p:extLst>
              </p:nvPr>
            </p:nvGraphicFramePr>
            <p:xfrm>
              <a:off x="3461240" y="2717567"/>
              <a:ext cx="2588193" cy="914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3080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018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</a:rPr>
                            <a:t>Slot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</a:rPr>
                            <a:t>Filter Table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465" t="-100000" r="-100000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</a:rPr>
                            <a:t>t1.c2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9"/>
                          <a:stretch>
                            <a:fillRect l="-465" t="-204000" r="-10000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altLang="zh-CN" sz="1400">
                              <a:ln>
                                <a:noFill/>
                              </a:ln>
                            </a:rPr>
                            <a:t>t2.c2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0" name="文本框 50">
            <a:extLst>
              <a:ext uri="{FF2B5EF4-FFF2-40B4-BE49-F238E27FC236}">
                <a16:creationId xmlns:a16="http://schemas.microsoft.com/office/drawing/2014/main" id="{03664AD2-403A-1C15-80B9-7844C7542274}"/>
              </a:ext>
            </a:extLst>
          </p:cNvPr>
          <p:cNvSpPr txBox="1"/>
          <p:nvPr/>
        </p:nvSpPr>
        <p:spPr>
          <a:xfrm>
            <a:off x="3262848" y="143899"/>
            <a:ext cx="3145353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i="1">
                <a:solidFill>
                  <a:schemeClr val="bg1">
                    <a:lumMod val="95000"/>
                  </a:schemeClr>
                </a:solidFill>
              </a:rPr>
              <a:t>Schema-based Instantiation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DC069F5-45B0-3BB9-EC63-5A484A31C16D}"/>
              </a:ext>
            </a:extLst>
          </p:cNvPr>
          <p:cNvSpPr txBox="1"/>
          <p:nvPr/>
        </p:nvSpPr>
        <p:spPr>
          <a:xfrm>
            <a:off x="3010001" y="4455062"/>
            <a:ext cx="1960252" cy="400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30000"/>
              </a:lnSpc>
            </a:pPr>
            <a:r>
              <a:rPr lang="en-US" altLang="zh-CN">
                <a:solidFill>
                  <a:schemeClr val="accent2">
                    <a:lumMod val="50000"/>
                  </a:schemeClr>
                </a:solidFill>
              </a:rPr>
              <a:t>&lt;pred_slot&gt;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9D51268D-E2F9-02F8-BBC2-37602746067E}"/>
              </a:ext>
            </a:extLst>
          </p:cNvPr>
          <p:cNvSpPr txBox="1"/>
          <p:nvPr/>
        </p:nvSpPr>
        <p:spPr>
          <a:xfrm>
            <a:off x="5106115" y="4509050"/>
            <a:ext cx="1264918" cy="350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t1.c1=t2.c1</a:t>
            </a:r>
            <a:endParaRPr lang="zh-CN" altLang="en-US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004C704-1C80-FDCF-9476-67DE62E038F0}"/>
              </a:ext>
            </a:extLst>
          </p:cNvPr>
          <p:cNvCxnSpPr>
            <a:cxnSpLocks/>
          </p:cNvCxnSpPr>
          <p:nvPr/>
        </p:nvCxnSpPr>
        <p:spPr>
          <a:xfrm>
            <a:off x="4814294" y="4721341"/>
            <a:ext cx="340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箭头: 上下 106">
            <a:extLst>
              <a:ext uri="{FF2B5EF4-FFF2-40B4-BE49-F238E27FC236}">
                <a16:creationId xmlns:a16="http://schemas.microsoft.com/office/drawing/2014/main" id="{E4AC8C8E-9EE7-F775-69A4-506EA56C7BB3}"/>
              </a:ext>
            </a:extLst>
          </p:cNvPr>
          <p:cNvSpPr/>
          <p:nvPr/>
        </p:nvSpPr>
        <p:spPr>
          <a:xfrm>
            <a:off x="7757272" y="1727239"/>
            <a:ext cx="135538" cy="308218"/>
          </a:xfrm>
          <a:prstGeom prst="upDownArrow">
            <a:avLst>
              <a:gd name="adj1" fmla="val 499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D99001B-60DE-C4DC-6541-9C25AB29544A}"/>
              </a:ext>
            </a:extLst>
          </p:cNvPr>
          <p:cNvSpPr txBox="1"/>
          <p:nvPr/>
        </p:nvSpPr>
        <p:spPr>
          <a:xfrm>
            <a:off x="667729" y="2020350"/>
            <a:ext cx="1824376" cy="350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solidFill>
                  <a:schemeClr val="accent4">
                    <a:lumMod val="50000"/>
                  </a:schemeClr>
                </a:solidFill>
              </a:rPr>
              <a:t>Abstract Skeleton</a:t>
            </a:r>
            <a:endParaRPr lang="zh-CN" altLang="en-US" i="1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10" name="文本框 50">
            <a:extLst>
              <a:ext uri="{FF2B5EF4-FFF2-40B4-BE49-F238E27FC236}">
                <a16:creationId xmlns:a16="http://schemas.microsoft.com/office/drawing/2014/main" id="{97A6AB83-C3DB-E494-3199-AC97DF1D925D}"/>
              </a:ext>
            </a:extLst>
          </p:cNvPr>
          <p:cNvSpPr txBox="1"/>
          <p:nvPr/>
        </p:nvSpPr>
        <p:spPr>
          <a:xfrm>
            <a:off x="6689920" y="143899"/>
            <a:ext cx="2678615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i="1">
                <a:solidFill>
                  <a:schemeClr val="bg1">
                    <a:lumMod val="95000"/>
                  </a:schemeClr>
                </a:solidFill>
              </a:rPr>
              <a:t>Schema &amp; Pre-state</a:t>
            </a: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44679E77-4A43-789C-F70A-F4BB6AB13CBC}"/>
              </a:ext>
            </a:extLst>
          </p:cNvPr>
          <p:cNvSpPr/>
          <p:nvPr/>
        </p:nvSpPr>
        <p:spPr>
          <a:xfrm>
            <a:off x="364484" y="2413258"/>
            <a:ext cx="2462082" cy="1529715"/>
          </a:xfrm>
          <a:prstGeom prst="roundRect">
            <a:avLst>
              <a:gd name="adj" fmla="val 8697"/>
            </a:avLst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: 圆角 111">
            <a:extLst>
              <a:ext uri="{FF2B5EF4-FFF2-40B4-BE49-F238E27FC236}">
                <a16:creationId xmlns:a16="http://schemas.microsoft.com/office/drawing/2014/main" id="{5406333D-F3DE-74BD-F82C-872C05C75B6C}"/>
              </a:ext>
            </a:extLst>
          </p:cNvPr>
          <p:cNvSpPr/>
          <p:nvPr/>
        </p:nvSpPr>
        <p:spPr>
          <a:xfrm>
            <a:off x="3347634" y="597332"/>
            <a:ext cx="2918545" cy="1472104"/>
          </a:xfrm>
          <a:prstGeom prst="roundRect">
            <a:avLst>
              <a:gd name="adj" fmla="val 8697"/>
            </a:avLst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3FA66802-8A37-3656-0C50-DE9F1212CC2F}"/>
              </a:ext>
            </a:extLst>
          </p:cNvPr>
          <p:cNvSpPr/>
          <p:nvPr/>
        </p:nvSpPr>
        <p:spPr>
          <a:xfrm>
            <a:off x="3350811" y="2302500"/>
            <a:ext cx="2918545" cy="1389031"/>
          </a:xfrm>
          <a:prstGeom prst="roundRect">
            <a:avLst>
              <a:gd name="adj" fmla="val 8697"/>
            </a:avLst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70C937F8-9A62-0C92-8613-0F844B346E1E}"/>
              </a:ext>
            </a:extLst>
          </p:cNvPr>
          <p:cNvSpPr/>
          <p:nvPr/>
        </p:nvSpPr>
        <p:spPr>
          <a:xfrm>
            <a:off x="3363522" y="3931094"/>
            <a:ext cx="2918545" cy="1150895"/>
          </a:xfrm>
          <a:prstGeom prst="roundRect">
            <a:avLst>
              <a:gd name="adj" fmla="val 8697"/>
            </a:avLst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文本框 50">
            <a:extLst>
              <a:ext uri="{FF2B5EF4-FFF2-40B4-BE49-F238E27FC236}">
                <a16:creationId xmlns:a16="http://schemas.microsoft.com/office/drawing/2014/main" id="{9038B550-8EAD-B07B-688F-1F6C9DBCD53B}"/>
              </a:ext>
            </a:extLst>
          </p:cNvPr>
          <p:cNvSpPr txBox="1"/>
          <p:nvPr/>
        </p:nvSpPr>
        <p:spPr>
          <a:xfrm>
            <a:off x="6689920" y="3403987"/>
            <a:ext cx="2678615" cy="3385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600" b="1" i="1">
                <a:solidFill>
                  <a:schemeClr val="bg1">
                    <a:lumMod val="95000"/>
                  </a:schemeClr>
                </a:solidFill>
              </a:rPr>
              <a:t>Original DML</a:t>
            </a:r>
          </a:p>
        </p:txBody>
      </p:sp>
      <p:cxnSp>
        <p:nvCxnSpPr>
          <p:cNvPr id="117" name="连接符: 肘形 116">
            <a:extLst>
              <a:ext uri="{FF2B5EF4-FFF2-40B4-BE49-F238E27FC236}">
                <a16:creationId xmlns:a16="http://schemas.microsoft.com/office/drawing/2014/main" id="{954FB52F-0D80-B626-A846-91D01B91A975}"/>
              </a:ext>
            </a:extLst>
          </p:cNvPr>
          <p:cNvCxnSpPr>
            <a:stCxn id="111" idx="3"/>
            <a:endCxn id="112" idx="1"/>
          </p:cNvCxnSpPr>
          <p:nvPr/>
        </p:nvCxnSpPr>
        <p:spPr>
          <a:xfrm flipV="1">
            <a:off x="2826566" y="1333384"/>
            <a:ext cx="521068" cy="1844732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8354A37A-53C8-7DBA-CB9F-8FA1843F2997}"/>
              </a:ext>
            </a:extLst>
          </p:cNvPr>
          <p:cNvCxnSpPr>
            <a:cxnSpLocks/>
          </p:cNvCxnSpPr>
          <p:nvPr/>
        </p:nvCxnSpPr>
        <p:spPr>
          <a:xfrm>
            <a:off x="4806901" y="2069435"/>
            <a:ext cx="7388" cy="2515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B78D2157-69E6-56F5-0F62-943D88A867CA}"/>
              </a:ext>
            </a:extLst>
          </p:cNvPr>
          <p:cNvCxnSpPr>
            <a:stCxn id="113" idx="2"/>
          </p:cNvCxnSpPr>
          <p:nvPr/>
        </p:nvCxnSpPr>
        <p:spPr>
          <a:xfrm flipH="1">
            <a:off x="4806901" y="3691531"/>
            <a:ext cx="3178" cy="23956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13862D64-94B5-D402-636B-5A437A273195}"/>
              </a:ext>
            </a:extLst>
          </p:cNvPr>
          <p:cNvCxnSpPr>
            <a:cxnSpLocks/>
          </p:cNvCxnSpPr>
          <p:nvPr/>
        </p:nvCxnSpPr>
        <p:spPr>
          <a:xfrm flipV="1">
            <a:off x="6292589" y="4511065"/>
            <a:ext cx="369745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3293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*26"/>
  <p:tag name="TABLE_ENDDRAG_RECT" val="17*170*34*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6*84"/>
  <p:tag name="TABLE_ENDDRAG_RECT" val="51*170*76*84"/>
</p:tagLst>
</file>

<file path=ppt/theme/theme1.xml><?xml version="1.0" encoding="utf-8"?>
<a:theme xmlns:a="http://schemas.openxmlformats.org/drawingml/2006/main" name="主题5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DE686684-FD43-4B90-885C-945BB6BAF154}" vid="{63A6347D-B79E-4F0F-9D43-657523AFC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主题5</Template>
  <TotalTime>71</TotalTime>
  <Words>137</Words>
  <Application>Microsoft Office PowerPoint</Application>
  <PresentationFormat>自定义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主题5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8</cp:revision>
  <dcterms:created xsi:type="dcterms:W3CDTF">2023-08-09T12:44:00Z</dcterms:created>
  <dcterms:modified xsi:type="dcterms:W3CDTF">2026-04-04T12:08:57Z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